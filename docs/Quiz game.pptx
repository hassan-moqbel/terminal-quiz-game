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mp3" ContentType="audio/mpeg"/>
  <Default Extension="xml" ContentType="application/xml"/>
  <Override PartName="/ppt/notesslides/notesslide11.xml" ContentType="application/vnd.openxmlformats-officedocument.presentationml.notesSlide+xml"/>
  <Override PartName="/ppt/slides/slide11.xml" ContentType="application/vnd.openxmlformats-officedocument.presentationml.slide+xml"/>
  <Override PartName="/ppt/theme/theme2.xml" ContentType="application/vnd.openxmlformats-officedocument.them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notesslides/notesslide3.xml" ContentType="application/vnd.openxmlformats-officedocument.presentationml.notesSlide+xml"/>
  <Override PartName="/ppt/slides/slide6.xml" ContentType="application/vnd.openxmlformats-officedocument.presentationml.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s/slide12.xml" ContentType="application/vnd.openxmlformats-officedocument.presentationml.slide+xml"/>
  <Override PartName="/docprops/app.xml" ContentType="application/vnd.openxmlformats-officedocument.extended-properties+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s/slide3.xml" ContentType="application/vnd.openxmlformats-officedocument.presentationml.slide+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docprops/core.xml" ContentType="application/vnd.openxmlformats-package.core-properties+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slidelayouts/slidelayout2.xml" ContentType="application/vnd.openxmlformats-officedocument.presentationml.slideLayout+xml"/>
  <Override PartName="/ppt/notesslides/notesslide12.xml" ContentType="application/vnd.openxmlformats-officedocument.presentationml.notesSlide+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theme/theme1.xml" ContentType="application/vnd.openxmlformats-officedocument.theme+xml"/>
  <Override PartName="/ppt/slidemasters/slidemaster1.xml" ContentType="application/vnd.openxmlformats-officedocument.presentationml.slideMaster+xml"/>
  <Override PartName="/ppt/tablestyles.xml" ContentType="application/vnd.openxmlformats-officedocument.presentationml.tableStyles+xml"/>
  <Override PartName="/ppt/slidelayouts/slidelayout1.xml" ContentType="application/vnd.openxmlformats-officedocument.presentationml.slideLayout+xml"/>
  <Override PartName="/ppt/viewprops.xml" ContentType="application/vnd.openxmlformats-officedocument.presentationml.viewProp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61" r:id="rId4"/>
    <p:sldId id="263" r:id="rId5"/>
    <p:sldId id="264" r:id="rId6"/>
    <p:sldId id="265" r:id="rId7"/>
    <p:sldId id="266" r:id="rId8"/>
    <p:sldId id="267" r:id="rId9"/>
    <p:sldId id="268" r:id="rId10"/>
    <p:sldId id="269"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89" d="100"/>
          <a:sy n="89" d="100"/>
        </p:scale>
        <p:origin x="114" y="324"/>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رأس الصفحة 1"/>
          <p:cNvSpPr>
            <a:spLocks noGrp="1" noEditPoints="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
            <a:endParaRPr lang="en-US"/>
          </a:p>
        </p:txBody>
      </p:sp>
      <p:sp>
        <p:nvSpPr>
          <p:cNvPr id="3" name="عنصر نائب لتاريخ 2"/>
          <p:cNvSpPr>
            <a:spLocks noGrp="1" noEditPoints="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
            <a:r>
              <a:rPr lang="en-US" smtClean="0"/>
              <a:t>*</a:t>
            </a:r>
            <a:endParaRPr lang="en-US"/>
          </a:p>
        </p:txBody>
      </p:sp>
      <p:sp>
        <p:nvSpPr>
          <p:cNvPr id="4" name="عنصر نائب لصورة شريحة 3"/>
          <p:cNvSpPr>
            <a:spLocks noGrp="1" noRot="1" noChangeAspect="1" noEditPoints="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
            <a:endParaRPr lang="en-US"/>
          </a:p>
        </p:txBody>
      </p:sp>
      <p:sp>
        <p:nvSpPr>
          <p:cNvPr id="5" name="عنصر نائب لملاحظات 4"/>
          <p:cNvSpPr>
            <a:spLocks noGrp="1" noEditPoints="1"/>
          </p:cNvSpPr>
          <p:nvPr>
            <p:ph type="body" sz="quarter" idx="3"/>
          </p:nvPr>
        </p:nvSpPr>
        <p:spPr>
          <a:xfrm>
            <a:off x="685800" y="4343400"/>
            <a:ext cx="5486400" cy="4114800"/>
          </a:xfrm>
          <a:prstGeom prst="rect">
            <a:avLst/>
          </a:prstGeom>
        </p:spPr>
        <p:txBody>
          <a:bodyPr vert="horz" lIns="91440" tIns="45720" rIns="91440" bIns="45720" rtlCol="0"/>
          <a:lstStyle/>
          <a:p>
            <a:pPr lvl="0"/>
            <a:r>
              <a:rPr lang="ar-EG" altLang="en-US"/>
              <a:t>انقر لتحرير أنماط نص الشريحة الرئيسية</a:t>
            </a:r>
            <a:endParaRPr lang="en-US"/>
          </a:p>
          <a:p>
            <a:pPr lvl="1"/>
            <a:r>
              <a:rPr lang="ar-EG" altLang="en-US"/>
              <a:t>المستوى الثاني</a:t>
            </a:r>
            <a:endParaRPr lang="en-US"/>
          </a:p>
          <a:p>
            <a:pPr lvl="2"/>
            <a:r>
              <a:rPr lang="ar-EG" altLang="en-US"/>
              <a:t>المستوى الثالث</a:t>
            </a:r>
            <a:endParaRPr lang="en-US"/>
          </a:p>
          <a:p>
            <a:pPr lvl="3"/>
            <a:r>
              <a:rPr lang="ar-EG" altLang="en-US"/>
              <a:t>المستوى الرابع</a:t>
            </a:r>
            <a:endParaRPr lang="en-US"/>
          </a:p>
          <a:p>
            <a:pPr lvl="4"/>
            <a:r>
              <a:rPr lang="ar-EG" altLang="en-US"/>
              <a:t>المستوى الخامس</a:t>
            </a:r>
            <a:endParaRPr lang="en-US"/>
          </a:p>
        </p:txBody>
      </p:sp>
      <p:sp>
        <p:nvSpPr>
          <p:cNvPr id="6" name="عنصر نائب لحاشية سفلية 5"/>
          <p:cNvSpPr>
            <a:spLocks noGrp="1" noEditPoints="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
            <a:endParaRPr lang="en-US"/>
          </a:p>
        </p:txBody>
      </p:sp>
      <p:sp>
        <p:nvSpPr>
          <p:cNvPr id="7" name="عنصر نائب لرقم شريحة 6"/>
          <p:cNvSpPr>
            <a:spLocks noGrp="1" noEditPoints="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
            <a:r>
              <a:rPr lang="en-US" smtClean="0"/>
              <a:t>#</a:t>
            </a:r>
            <a:endParaRPr lang="en-US"/>
          </a:p>
        </p:txBody>
      </p:sp>
    </p:spTree>
  </p:cSld>
  <p:clrMap bg1="lt1" tx1="dk1" bg2="lt2" tx2="dk2" accent1="accent1" accent2="accent2" accent3="accent3" accent4="accent4" accent5="accent5" accent6="accent6" hlink="hlink" folHlink="folHlink"/>
  <p:hf dt="0"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D61EF2FB-E80F-4723-BB04-4137D6F81A98}" type="slidenum">
              <a:rPr lang="en-US" smtClean="0"/>
              <a:t>‹#›</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AF57A60E-520F-4D55-B8E1-8C82D7DEB4CC}" type="slidenum">
              <a:rPr lang="en-US" smtClean="0"/>
              <a:t>‹#›</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C24C94FF-2E75-470E-80BB-EC363C212347}" type="slidenum">
              <a:rPr lang="en-US" smtClean="0"/>
              <a:t>‹#›</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39AF7981-2EF5-4614-AAB1-B3CA26C58361}" type="slidenum">
              <a:rPr lang="en-US" smtClean="0"/>
              <a:t>‹#›</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3C32B6D3-4252-48D3-9B5E-3766F5B94BBC}" type="slidenum">
              <a:rPr lang="en-US" smtClean="0"/>
              <a:t>‹#›</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DB23286E-188F-4F1C-B29C-0EDA05B28EE4}" type="slidenum">
              <a:rPr lang="en-US" smtClean="0"/>
              <a:t>‹#›</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07541E6A-A722-4AC5-A63E-83FF18189A6D}" type="slidenum">
              <a:rPr lang="en-US" smtClean="0"/>
              <a:t>‹#›</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424843E6-E839-4DBC-85BD-BF8CCCEE95BE}" type="slidenum">
              <a:rPr lang="en-US" smtClean="0"/>
              <a:t>‹#›</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91ABCE9D-337A-4D2C-B2BA-EDD2364429FB}" type="slidenum">
              <a:rPr lang="en-US" smtClean="0"/>
              <a:t>‹#›</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DF0D37A9-8BE9-47EC-A430-A58313DD6D07}" type="slidenum">
              <a:rPr lang="en-US" smtClean="0"/>
              <a:t>‹#›</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82217878-D89C-45D8-B991-C3E8FAB13321}" type="slidenum">
              <a:rPr lang="en-US" smtClean="0"/>
              <a:t>‹#›</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شريحة 1"/>
          <p:cNvSpPr>
            <a:spLocks noGrp="1" noRot="1" noChangeAspect="1" noEditPoints="1"/>
          </p:cNvSpPr>
          <p:nvPr>
            <p:ph type="sldImg"/>
          </p:nvPr>
        </p:nvSpPr>
        <p:spPr>
          <a:xfrm>
            <a:off x="381000" y="685800"/>
            <a:ext cx="6096000" cy="3429000"/>
          </a:xfrm>
          <a:prstGeom prst="rect">
            <a:avLst/>
          </a:prstGeom>
        </p:spPr>
        <p:txBody>
          <a:bodyPr/>
          <a:lstStyle/>
          <a:p/>
        </p:txBody>
      </p:sp>
      <p:sp>
        <p:nvSpPr>
          <p:cNvPr id="3" name="عنصر نائب لنص 2"/>
          <p:cNvSpPr>
            <a:spLocks noGrp="1" noEditPoints="1"/>
          </p:cNvSpPr>
          <p:nvPr>
            <p:ph type="body" idx="3"/>
          </p:nvPr>
        </p:nvSpPr>
        <p:spPr>
          <a:prstGeom prst="rect">
            <a:avLst/>
          </a:prstGeom>
        </p:spPr>
        <p:txBody>
          <a:bodyPr/>
          <a:lstStyle/>
          <a:p>
            <a:endParaRPr lang="en-US"/>
          </a:p>
        </p:txBody>
      </p:sp>
      <p:sp>
        <p:nvSpPr>
          <p:cNvPr id="4" name="عنصر نائب لرقم شريحة 3"/>
          <p:cNvSpPr>
            <a:spLocks noGrp="1" noEditPoints="1"/>
          </p:cNvSpPr>
          <p:nvPr>
            <p:ph type="sldNum" sz="quarter" idx="5"/>
          </p:nvPr>
        </p:nvSpPr>
        <p:spPr>
          <a:prstGeom prst="rect">
            <a:avLst/>
          </a:prstGeom>
        </p:spPr>
        <p:txBody>
          <a:bodyPr/>
          <a:lstStyle/>
          <a:p>
            <a:fld id="{547229FA-8618-4D50-8A71-7A508E82C4C4}" type="slidenum">
              <a:rPr lang="en-US" smtClean="0"/>
              <a:t>‹#›</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noEditPoints="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Content Placeholder 2"/>
          <p:cNvSpPr>
            <a:spLocks noGrp="1" noEditPoints="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noEditPoints="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Content Placeholder 2"/>
          <p:cNvSpPr>
            <a:spLocks noGrp="1" noEditPoints="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noEditPoints="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noEditPoints="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noEditPoints="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noEditPoints="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noEditPoints="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8" name="Footer Placeholder 7"/>
          <p:cNvSpPr>
            <a:spLocks noGrp="1" noEditPoints="1"/>
          </p:cNvSpPr>
          <p:nvPr>
            <p:ph type="ftr" sz="quarter" idx="11"/>
          </p:nvPr>
        </p:nvSpPr>
        <p:spPr/>
        <p:txBody>
          <a:bodyPr/>
          <a:lstStyle/>
          <a:p>
            <a:endParaRPr lang="en-US"/>
          </a:p>
        </p:txBody>
      </p:sp>
      <p:sp>
        <p:nvSpPr>
          <p:cNvPr id="9" name="Slide Number Placeholder 8"/>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Date Placeholder 2"/>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4" name="Footer Placeholder 3"/>
          <p:cNvSpPr>
            <a:spLocks noGrp="1" noEditPoints="1"/>
          </p:cNvSpPr>
          <p:nvPr>
            <p:ph type="ftr" sz="quarter" idx="11"/>
          </p:nvPr>
        </p:nvSpPr>
        <p:spPr/>
        <p:txBody>
          <a:bodyPr/>
          <a:lstStyle/>
          <a:p>
            <a:endParaRPr lang="en-US"/>
          </a:p>
        </p:txBody>
      </p:sp>
      <p:sp>
        <p:nvSpPr>
          <p:cNvPr id="5" name="Slide Number Placeholder 4"/>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3" name="Footer Placeholder 2"/>
          <p:cNvSpPr>
            <a:spLocks noGrp="1" noEditPoints="1"/>
          </p:cNvSpPr>
          <p:nvPr>
            <p:ph type="ftr" sz="quarter" idx="11"/>
          </p:nvPr>
        </p:nvSpPr>
        <p:spPr/>
        <p:txBody>
          <a:bodyPr/>
          <a:lstStyle/>
          <a:p>
            <a:endParaRPr lang="en-US"/>
          </a:p>
        </p:txBody>
      </p:sp>
      <p:sp>
        <p:nvSpPr>
          <p:cNvPr id="4" name="Slide Number Placeholder 3"/>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noEditPoints="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EditPoints="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6" name="Footer Placeholder 5"/>
          <p:cNvSpPr>
            <a:spLocks noGrp="1" noEditPoints="1"/>
          </p:cNvSpPr>
          <p:nvPr>
            <p:ph type="ftr" sz="quarter" idx="11"/>
          </p:nvPr>
        </p:nvSpPr>
        <p:spPr/>
        <p:txBody>
          <a:bodyPr/>
          <a:lstStyle/>
          <a:p>
            <a:endParaRPr lang="en-US"/>
          </a:p>
        </p:txBody>
      </p:sp>
      <p:sp>
        <p:nvSpPr>
          <p:cNvPr id="7" name="Slide Number Placeholder 6"/>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p>
        </p:txBody>
      </p:sp>
      <p:sp>
        <p:nvSpPr>
          <p:cNvPr id="3" name="Vertical Text Placeholder 2"/>
          <p:cNvSpPr>
            <a:spLocks noGrp="1" noEditPoints="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noEditPoints="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10"/>
          </p:nvPr>
        </p:nvSpPr>
        <p:spPr/>
        <p:txBody>
          <a:body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11"/>
          </p:nvPr>
        </p:nvSpPr>
        <p:spPr/>
        <p:txBody>
          <a:bodyPr/>
          <a:lstStyle/>
          <a:p>
            <a:endParaRPr lang="en-US"/>
          </a:p>
        </p:txBody>
      </p:sp>
      <p:sp>
        <p:nvSpPr>
          <p:cNvPr id="6" name="Slide Number Placeholder 5"/>
          <p:cNvSpPr>
            <a:spLocks noGrp="1" noEditPoints="1"/>
          </p:cNvSpPr>
          <p:nvPr>
            <p:ph type="sldNum" sz="quarter" idx="12"/>
          </p:nvPr>
        </p:nvSpPr>
        <p:spPr/>
        <p:txBody>
          <a:bodyPr/>
          <a:lstStyle/>
          <a:p>
            <a:fld id="{707E345D-6FE0-4977-A3DF-5875ED8E59A8}" type="slidenum">
              <a:rPr lang="en-US" smtClean="0"/>
              <a:t>‹#›</a:t>
            </a:fld>
            <a:endParaRPr lang="en-US"/>
          </a:p>
        </p:txBody>
      </p:sp>
    </p:spTree>
  </p:cSld>
  <p:clrMapOvr>
    <a:masterClrMapping/>
  </p:clrMapOvr>
  <p:hf dt="0" sldNum="0" hdr="0" ftr="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noEditPoints="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EditPoints="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FD7FF2-845F-41B9-944F-35B90659B7D6}" type="datetimeFigureOut">
              <a:rPr lang="en-US" smtClean="0"/>
              <a:t>5/21/2023</a:t>
            </a:fld>
            <a:endParaRPr lang="en-US"/>
          </a:p>
        </p:txBody>
      </p:sp>
      <p:sp>
        <p:nvSpPr>
          <p:cNvPr id="5" name="Footer Placeholder 4"/>
          <p:cNvSpPr>
            <a:spLocks noGrp="1" noEditPoints="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noEditPoints="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7E345D-6FE0-4977-A3DF-5875ED8E59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audio" Target="../media/media4.mp3"/><Relationship Id="rId4" Type="http://schemas.microsoft.com/office/2007/relationships/media" Target="../media/media4.mp3"/><Relationship Id="rId5" Type="http://schemas.openxmlformats.org/officeDocument/2006/relationships/image" Target="../media/image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1194816" y="242887"/>
            <a:ext cx="9144000" cy="3186113"/>
          </a:xfrm>
        </p:spPr>
        <p:txBody>
          <a:bodyPr/>
          <a:lstStyle/>
          <a:p>
            <a:r>
              <a:rPr lang="en-US"/>
              <a:t>Quiz game</a:t>
            </a:r>
          </a:p>
        </p:txBody>
      </p:sp>
      <p:sp>
        <p:nvSpPr>
          <p:cNvPr id="3" name="Subtitle 2"/>
          <p:cNvSpPr>
            <a:spLocks noGrp="1" noEditPoints="1"/>
          </p:cNvSpPr>
          <p:nvPr>
            <p:ph type="subTitle" idx="1"/>
          </p:nvPr>
        </p:nvSpPr>
        <p:spPr/>
        <p:txBody>
          <a:bodyPr/>
          <a:lstStyle/>
          <a:p>
            <a:endParaRPr lang="en-US"/>
          </a:p>
        </p:txBody>
      </p:sp>
      <p:pic>
        <p:nvPicPr>
          <p:cNvPr id="4" name="صورة 3"/>
          <p:cNvPicPr>
            <a:picLocks noChangeAspect="1"/>
          </p:cNvPicPr>
          <p:nvPr/>
        </p:nvPicPr>
        <p:blipFill>
          <a:blip r:embed="rId1"/>
          <a:srcRect/>
          <a:stretch>
            <a:fillRect/>
          </a:stretch>
        </p:blipFill>
        <p:spPr>
          <a:xfrm>
            <a:off x="1372426" y="242887"/>
            <a:ext cx="9695660" cy="2387600"/>
          </a:xfrm>
          <a:prstGeom prst="rect">
            <a:avLst/>
          </a:prstGeom>
        </p:spPr>
      </p:pic>
      <p:pic>
        <p:nvPicPr>
          <p:cNvPr id="5" name="صورة 4"/>
          <p:cNvPicPr>
            <a:picLocks noChangeAspect="1"/>
          </p:cNvPicPr>
          <p:nvPr/>
        </p:nvPicPr>
        <p:blipFill>
          <a:blip r:embed="rId2"/>
          <a:srcRect/>
          <a:stretch>
            <a:fillRect/>
          </a:stretch>
        </p:blipFill>
        <p:spPr>
          <a:xfrm>
            <a:off x="1524000" y="3516973"/>
            <a:ext cx="9544086" cy="1797149"/>
          </a:xfrm>
          <a:prstGeom prst="rect">
            <a:avLst/>
          </a:prstGeom>
        </p:spPr>
      </p:pic>
      <p:pic>
        <p:nvPicPr>
          <p:cNvPr id="7" name="صورة 6">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rcRect/>
          <a:stretch>
            <a:fillRect/>
          </a:stretch>
        </p:blipFill>
        <p:spPr>
          <a:xfrm flipH="1" flipV="1">
            <a:off x="11195638" y="5714934"/>
            <a:ext cx="1328949" cy="13289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grpId="1" nodeType="clickEffect">
                                  <p:stCondLst>
                                    <p:cond delay="0"/>
                                  </p:stCondLst>
                                  <p:childTnLst>
                                    <p:cmd type="call" cmd="playFrom(0.0)">
                                      <p:cBhvr>
                                        <p:cTn id="6" dur="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grpId="2">
                  <p:stCondLst>
                    <p:cond delay="indefinite"/>
                  </p:stCondLst>
                  <p:endCondLst>
                    <p:cond evt="onStopAudio" delay="0">
                      <p:tgtEl>
                        <p:sldTgt/>
                      </p:tgtEl>
                    </p:cond>
                  </p:endCondLst>
                </p:cTn>
                <p:tgtEl>
                  <p:spTgt spid="7"/>
                </p:tgtEl>
              </p:cMediaNode>
            </p:audio>
          </p:childTnLst>
        </p:cTn>
      </p:par>
    </p:tnLst>
    <p:bldLst>
      <p:bldP spid="7"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rot="32400000" flipV="1">
            <a:off x="857547" y="0"/>
            <a:ext cx="9859268" cy="4086852"/>
          </a:xfrm>
        </p:spPr>
        <p:txBody>
          <a:bodyPr/>
          <a:lstStyle/>
          <a:p>
            <a:r>
              <a:rPr lang="ar-YE" sz="1400"/>
              <a:t>This is a C program that displays a menu-driven quiz game. Here is a  header files that are used in the program. These include standard input/output functions. </a:t>
            </a:r>
          </a:p>
          <a:p>
            <a:r>
              <a:rPr lang="ar-YE" sz="1400"/>
              <a:t>_</a:t>
            </a:r>
          </a:p>
          <a:p>
            <a:r>
              <a:rPr lang="ar-YE" sz="1400"/>
              <a:t>there are function prototypes for four functions that are defined later in the code: `show_record()`, `reset_score()`, `help()`, and `edit_score()`.</a:t>
            </a:r>
          </a:p>
          <a:p>
            <a:endParaRPr lang="ar-YE" sz="1400"/>
          </a:p>
          <a:p>
            <a:r>
              <a:rPr lang="ar-YE" sz="1400"/>
              <a:t>- The `main()` function is the starting point of the program. It begins by setting the console color to a specific value using the `system()` function.</a:t>
            </a:r>
          </a:p>
          <a:p>
            <a:endParaRPr lang="ar-YE" sz="1400"/>
          </a:p>
          <a:p>
            <a:r>
              <a:rPr lang="ar-YE" sz="1400"/>
              <a:t>- The program declares three variables: a `float` variable called `score`, a `char` variable called `choice`, and a character array called `playername` with a size of 20.</a:t>
            </a:r>
          </a:p>
          <a:p>
            <a:endParaRPr lang="ar-YE" sz="1400"/>
          </a:p>
          <a:p>
            <a:r>
              <a:rPr lang="ar-YE" sz="1400"/>
              <a:t>- The program then declares some integer variables: `countr`, `r`, `r1`, `count`, `i`, and `n`. These variables are used later in the program.</a:t>
            </a:r>
          </a:p>
          <a:p>
            <a:endParaRPr lang="ar-YE" sz="1400"/>
          </a:p>
          <a:p>
            <a:r>
              <a:rPr lang="ar-YE" sz="1400"/>
              <a:t>- The program then uses a label called `mainhome` to create a loop that allows the user to return to the main menu after completing a quiz or performing another action.</a:t>
            </a:r>
          </a:p>
          <a:p>
            <a:endParaRPr lang="ar-YE" sz="1400"/>
          </a:p>
          <a:p>
            <a:r>
              <a:rPr lang="ar-YE" sz="1400"/>
              <a:t>- The `system("cls")` function clears the console screen at the beginning of each iteration of the loop.</a:t>
            </a:r>
          </a:p>
          <a:p>
            <a:endParaRPr lang="ar-YE" sz="1600"/>
          </a:p>
        </p:txBody>
      </p:sp>
      <p:sp>
        <p:nvSpPr>
          <p:cNvPr id="3" name="عنصر نائب لمحتوى 2"/>
          <p:cNvSpPr>
            <a:spLocks noGrp="1" noEditPoints="1"/>
          </p:cNvSpPr>
          <p:nvPr>
            <p:ph sz="half" idx="1"/>
          </p:nvPr>
        </p:nvSpPr>
        <p:spPr>
          <a:xfrm>
            <a:off x="677407" y="3919141"/>
            <a:ext cx="5181600" cy="2747963"/>
          </a:xfrm>
        </p:spPr>
        <p:txBody>
          <a:bodyPr/>
          <a:lstStyle/>
          <a:p>
            <a:r>
              <a:rPr lang="ar-YE" sz="1600"/>
              <a:t>#include&lt;stdio.h&gt;</a:t>
            </a:r>
          </a:p>
          <a:p>
            <a:r>
              <a:rPr lang="ar-YE" sz="1600"/>
              <a:t>#include&lt;conio.h&gt;</a:t>
            </a:r>
          </a:p>
          <a:p>
            <a:r>
              <a:rPr lang="ar-YE" sz="1600"/>
              <a:t>#include&lt;ctype.h&gt;</a:t>
            </a:r>
          </a:p>
          <a:p>
            <a:r>
              <a:rPr lang="ar-YE" sz="1600"/>
              <a:t>#include&lt;stdlib.h&gt;</a:t>
            </a:r>
          </a:p>
          <a:p>
            <a:r>
              <a:rPr lang="ar-YE" sz="1600"/>
              <a:t>#include&lt;string.h&gt;</a:t>
            </a:r>
          </a:p>
          <a:p>
            <a:r>
              <a:rPr lang="ar-YE" sz="1600"/>
              <a:t>void show_record();</a:t>
            </a:r>
          </a:p>
          <a:p>
            <a:r>
              <a:rPr lang="ar-YE" sz="1600"/>
              <a:t>void reset_score();</a:t>
            </a:r>
          </a:p>
          <a:p>
            <a:r>
              <a:rPr lang="ar-YE" sz="1600"/>
              <a:t>void help();</a:t>
            </a:r>
          </a:p>
          <a:p>
            <a:r>
              <a:rPr lang="ar-YE" sz="1600"/>
              <a:t>void edit_score(float , char []);</a:t>
            </a:r>
          </a:p>
          <a:p>
            <a:endParaRPr sz="1600"/>
          </a:p>
        </p:txBody>
      </p:sp>
      <p:sp>
        <p:nvSpPr>
          <p:cNvPr id="4" name="عنصر نائب لمحتوى 3"/>
          <p:cNvSpPr>
            <a:spLocks noGrp="1" noEditPoints="1"/>
          </p:cNvSpPr>
          <p:nvPr>
            <p:ph sz="half" idx="2"/>
          </p:nvPr>
        </p:nvSpPr>
        <p:spPr>
          <a:xfrm>
            <a:off x="5535216" y="3919141"/>
            <a:ext cx="5181600" cy="2747963"/>
          </a:xfrm>
        </p:spPr>
        <p:txBody>
          <a:bodyPr/>
          <a:lstStyle/>
          <a:p>
            <a:r>
              <a:rPr lang="ar-YE" sz="1600"/>
              <a:t>int main()</a:t>
            </a:r>
          </a:p>
          <a:p>
            <a:r>
              <a:rPr lang="ar-YE" sz="1600"/>
              <a:t>     {</a:t>
            </a:r>
          </a:p>
          <a:p>
            <a:r>
              <a:rPr lang="ar-YE" sz="1600"/>
              <a:t>     system ("COLOR 56");</a:t>
            </a:r>
          </a:p>
          <a:p>
            <a:r>
              <a:rPr lang="ar-YE" sz="1600"/>
              <a:t>     float score;</a:t>
            </a:r>
          </a:p>
          <a:p>
            <a:r>
              <a:rPr lang="ar-YE" sz="1600"/>
              <a:t>     char choice;</a:t>
            </a:r>
          </a:p>
          <a:p>
            <a:r>
              <a:rPr lang="ar-YE" sz="1600"/>
              <a:t>     char playername[20];</a:t>
            </a:r>
          </a:p>
          <a:p>
            <a:r>
              <a:rPr lang="ar-YE" sz="1600"/>
              <a:t>    int countr,r,r1,count,i,n;</a:t>
            </a:r>
          </a:p>
          <a:p>
            <a:r>
              <a:rPr lang="ar-YE" sz="1600"/>
              <a:t>    mainhome:</a:t>
            </a:r>
          </a:p>
          <a:p>
            <a:r>
              <a:rPr lang="ar-YE" sz="1600"/>
              <a:t>    system("cls");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p:txBody>
          <a:bodyPr/>
          <a:lstStyle/>
          <a:p>
            <a:r>
              <a:rPr lang="ar-YE" sz="800"/>
              <a:t>- If the user chooses 'V', the `show_record()` function is called, which displays the high scores saved in a file. Then, the program jumps to the label `mainhome` using the `goto` statement.</a:t>
            </a:r>
          </a:p>
          <a:p>
            <a:endParaRPr lang="ar-YE" sz="800"/>
          </a:p>
          <a:p>
            <a:r>
              <a:rPr lang="ar-YE" sz="800"/>
              <a:t>- If the user chooses 'H', the `help()` function is called, which provides instructions on how to play the game. Then, the program jumps to the label `mainhome` using the `goto` statement.</a:t>
            </a:r>
          </a:p>
          <a:p>
            <a:endParaRPr lang="ar-YE" sz="800"/>
          </a:p>
          <a:p>
            <a:r>
              <a:rPr lang="ar-YE" sz="800"/>
              <a:t>- If the user chooses 'R', the `reset_score()` function is called, which clears the high scores saved in a file. Then, the program jumps to the label `mainhome` using the `goto` statement.</a:t>
            </a:r>
          </a:p>
          <a:p>
            <a:endParaRPr lang="ar-YE" sz="800"/>
          </a:p>
          <a:p>
            <a:r>
              <a:rPr lang="ar-YE" sz="800"/>
              <a:t>- If the user chooses 'Q', the program exits using the `exit(1)` statement.</a:t>
            </a:r>
          </a:p>
          <a:p>
            <a:endParaRPr lang="ar-YE" sz="800"/>
          </a:p>
          <a:p>
            <a:r>
              <a:rPr lang="ar-YE" sz="800"/>
              <a:t>- If the user chooses 'S', the user interface screen is cleared using the `system("cls")` statement. Then, the `edit_score()` function is called, which allows the user to enter their name and score and save it to a file.</a:t>
            </a:r>
            <a:endParaRPr sz="800"/>
          </a:p>
        </p:txBody>
      </p:sp>
      <p:sp>
        <p:nvSpPr>
          <p:cNvPr id="3" name="عنصر نائب لمحتوى 2"/>
          <p:cNvSpPr>
            <a:spLocks noGrp="1" noEditPoints="1"/>
          </p:cNvSpPr>
          <p:nvPr>
            <p:ph sz="half" idx="1"/>
          </p:nvPr>
        </p:nvSpPr>
        <p:spPr/>
        <p:txBody>
          <a:bodyPr/>
          <a:lstStyle/>
          <a:p>
            <a:r>
              <a:rPr lang="ar-YE" sz="1600"/>
              <a:t>choice=toupper(getch());</a:t>
            </a:r>
          </a:p>
          <a:p>
            <a:r>
              <a:rPr lang="ar-YE" sz="1600"/>
              <a:t>    system("cls");</a:t>
            </a:r>
          </a:p>
          <a:p>
            <a:r>
              <a:rPr lang="ar-YE" sz="1600"/>
              <a:t>     printf("\t\t\tC PROGRAM QUIZ GAME\n");</a:t>
            </a:r>
          </a:p>
          <a:p>
            <a:r>
              <a:rPr lang="ar-YE" sz="1600"/>
              <a:t>     printf("\n\t\t________________________________________");</a:t>
            </a:r>
          </a:p>
          <a:p>
            <a:r>
              <a:rPr lang="ar-YE" sz="1600"/>
              <a:t>     printf("\n\t\t\t   WELCOME ");</a:t>
            </a:r>
          </a:p>
          <a:p>
            <a:r>
              <a:rPr lang="ar-YE" sz="1600"/>
              <a:t>     printf("\n\t\t\t      to ");</a:t>
            </a:r>
          </a:p>
          <a:p>
            <a:r>
              <a:rPr lang="ar-YE" sz="1600"/>
              <a:t>     printf("\n\t\t\t   THE GAME ");</a:t>
            </a:r>
          </a:p>
          <a:p>
            <a:r>
              <a:rPr lang="ar-YE" sz="1600"/>
              <a:t>     printf("\n\t\t________________________________________");</a:t>
            </a:r>
          </a:p>
          <a:p>
            <a:r>
              <a:rPr lang="ar-YE" sz="1600"/>
              <a:t>     printf("\n\t\t________________________________________");</a:t>
            </a:r>
          </a:p>
          <a:p>
            <a:r>
              <a:rPr lang="ar-YE" sz="1600"/>
              <a:t>     printf("\n\t\t   BECOME A MILLIONAIRE!!!!!!!!!!!    ") ;</a:t>
            </a:r>
          </a:p>
          <a:p>
            <a:r>
              <a:rPr lang="ar-YE" sz="1600"/>
              <a:t>     printf("\n\t\t________________________________________");</a:t>
            </a:r>
          </a:p>
          <a:p>
            <a:r>
              <a:rPr lang="ar-YE" sz="1600"/>
              <a:t>     printf("\n\t\t________________________________________");</a:t>
            </a:r>
          </a:p>
          <a:p>
            <a:r>
              <a:rPr lang="ar-YE" sz="1600"/>
              <a:t> </a:t>
            </a:r>
            <a:endParaRPr sz="1600"/>
          </a:p>
        </p:txBody>
      </p:sp>
      <p:sp>
        <p:nvSpPr>
          <p:cNvPr id="4" name="عنصر نائب لمحتوى 3"/>
          <p:cNvSpPr>
            <a:spLocks noGrp="1" noEditPoints="1"/>
          </p:cNvSpPr>
          <p:nvPr>
            <p:ph sz="half" idx="2"/>
          </p:nvPr>
        </p:nvSpPr>
        <p:spPr>
          <a:xfrm>
            <a:off x="6466422" y="1690688"/>
            <a:ext cx="5181600" cy="4868167"/>
          </a:xfrm>
        </p:spPr>
        <p:txBody>
          <a:bodyPr/>
          <a:lstStyle/>
          <a:p>
            <a:r>
              <a:rPr lang="ar-YE" sz="1600"/>
              <a:t>     printf("\n\t\t________________________________________");</a:t>
            </a:r>
          </a:p>
          <a:p>
            <a:r>
              <a:rPr lang="ar-YE" sz="1600"/>
              <a:t>     printf("\n\t\t &gt; Press S to start the game");</a:t>
            </a:r>
          </a:p>
          <a:p>
            <a:r>
              <a:rPr lang="ar-YE" sz="1600"/>
              <a:t>     printf("\n\t\t &gt; Press V to view the highest score  ");</a:t>
            </a:r>
          </a:p>
          <a:p>
            <a:r>
              <a:rPr lang="ar-YE" sz="1600"/>
              <a:t>     printf("\n\t\t &gt; Press R to reset score");</a:t>
            </a:r>
          </a:p>
          <a:p>
            <a:r>
              <a:rPr lang="ar-YE" sz="1600"/>
              <a:t>     printf("\n\t\t &gt; press H for help            ");</a:t>
            </a:r>
          </a:p>
          <a:p>
            <a:r>
              <a:rPr lang="ar-YE" sz="1600"/>
              <a:t>     printf("\n\t\t &gt; press Q to quit             ");</a:t>
            </a:r>
          </a:p>
          <a:p>
            <a:r>
              <a:rPr lang="ar-YE" sz="1600"/>
              <a:t>     printf("\n\t\t________________________________________\n\n");</a:t>
            </a:r>
          </a:p>
          <a:p>
            <a:r>
              <a:rPr lang="ar-YE" sz="1200"/>
              <a:t>choice=toupper(getch());</a:t>
            </a:r>
            <a:r>
              <a:rPr lang="" sz="1200"/>
              <a:t>           </a:t>
            </a:r>
            <a:r>
              <a:rPr lang="ar-YE" sz="1200"/>
              <a:t>|</a:t>
            </a:r>
          </a:p>
          <a:p>
            <a:r>
              <a:rPr lang="ar-YE" sz="1200"/>
              <a:t>     if (choice=='V')</a:t>
            </a:r>
          </a:p>
          <a:p>
            <a:r>
              <a:rPr lang="ar-YE" sz="1200"/>
              <a:t>    {</a:t>
            </a:r>
          </a:p>
          <a:p>
            <a:r>
              <a:rPr lang="ar-YE" sz="1200"/>
              <a:t>    show_record();</a:t>
            </a:r>
          </a:p>
          <a:p>
            <a:r>
              <a:rPr lang="ar-YE" sz="1200"/>
              <a:t>    goto mainhome;</a:t>
            </a:r>
          </a:p>
          <a:p>
            <a:r>
              <a:rPr lang="ar-YE" sz="1200"/>
              <a:t>    }</a:t>
            </a:r>
          </a:p>
          <a:p>
            <a:r>
              <a:rPr lang="ar-YE" sz="1200"/>
              <a:t>     else if (choice=='H')</a:t>
            </a:r>
          </a:p>
          <a:p>
            <a:r>
              <a:rPr lang="ar-YE" sz="1200"/>
              <a:t>    {</a:t>
            </a:r>
          </a:p>
          <a:p>
            <a:r>
              <a:rPr lang="ar-YE" sz="1200"/>
              <a:t>    help();getch();</a:t>
            </a:r>
          </a:p>
          <a:p>
            <a:r>
              <a:rPr lang="ar-YE" sz="1200"/>
              <a:t>    goto mainhome;</a:t>
            </a:r>
          </a:p>
          <a:p>
            <a:r>
              <a:rPr lang="ar-YE" sz="120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4534749" y="2479640"/>
            <a:ext cx="6777037" cy="3697322"/>
          </a:xfrm>
        </p:spPr>
        <p:txBody>
          <a:bodyPr/>
          <a:lstStyle/>
          <a:p>
            <a:r>
              <a:rPr lang="ar-YE" sz="1600"/>
              <a:t>The program asks the user if they want to play the quiz again. If the user presses 'Y' (in uppercase), the program jumps to the `home` label using the `goto` statement. Otherwise, the program jumps to the `mainhome` label, clears the user interface screen using the `system("cls")` function, and continues executing the program.</a:t>
            </a:r>
          </a:p>
          <a:p>
            <a:endParaRPr lang="ar-YE" sz="1600"/>
          </a:p>
          <a:p>
            <a:r>
              <a:rPr lang="ar-YE" sz="1600"/>
              <a:t>- The `toupper()` function is used to convert the user's input to uppercase, allowing the program to detect whether the user entered 'Y' or 'y'.</a:t>
            </a:r>
          </a:p>
          <a:p>
            <a:endParaRPr lang="ar-YE" sz="1600"/>
          </a:p>
          <a:p>
            <a:r>
              <a:rPr lang="ar-YE" sz="1600"/>
              <a:t>- The `getch()` function is used to read a single character of input from the keyboard without echoing it to the screen.</a:t>
            </a:r>
          </a:p>
          <a:p>
            <a:endParaRPr lang="ar-YE" sz="1600"/>
          </a:p>
          <a:p>
            <a:r>
              <a:rPr lang="ar-YE" sz="1600"/>
              <a:t>- The `system("cls")` function is used to clear the user interface screen.</a:t>
            </a:r>
            <a:endParaRPr sz="1600"/>
          </a:p>
        </p:txBody>
      </p:sp>
      <p:sp>
        <p:nvSpPr>
          <p:cNvPr id="3" name="عنصر نائب لمحتوى 2"/>
          <p:cNvSpPr>
            <a:spLocks noGrp="1" noEditPoints="1"/>
          </p:cNvSpPr>
          <p:nvPr>
            <p:ph sz="half" idx="1"/>
          </p:nvPr>
        </p:nvSpPr>
        <p:spPr>
          <a:xfrm>
            <a:off x="838200" y="877594"/>
            <a:ext cx="2806303" cy="5299369"/>
          </a:xfrm>
        </p:spPr>
        <p:txBody>
          <a:bodyPr/>
          <a:lstStyle/>
          <a:p>
            <a:r>
              <a:rPr lang="ar-YE" sz="1600"/>
              <a:t>if (toupper(getch())=='Y')</a:t>
            </a:r>
          </a:p>
          <a:p>
            <a:r>
              <a:rPr lang="ar-YE" sz="1600"/>
              <a:t>        {</a:t>
            </a:r>
          </a:p>
          <a:p>
            <a:r>
              <a:rPr lang="ar-YE" sz="1600"/>
              <a:t>            goto home;</a:t>
            </a:r>
          </a:p>
          <a:p>
            <a:r>
              <a:rPr lang="ar-YE" sz="1600"/>
              <a:t>        }</a:t>
            </a:r>
          </a:p>
          <a:p>
            <a:r>
              <a:rPr lang="ar-YE" sz="1600"/>
              <a:t>    else</a:t>
            </a:r>
          </a:p>
          <a:p>
            <a:r>
              <a:rPr lang="ar-YE" sz="1600"/>
              <a:t>        {</a:t>
            </a:r>
          </a:p>
          <a:p>
            <a:r>
              <a:rPr lang="ar-YE" sz="1600"/>
              <a:t>        goto mainhome;</a:t>
            </a:r>
          </a:p>
          <a:p>
            <a:r>
              <a:rPr lang="ar-YE" sz="1600"/>
              <a:t>       system("cls");</a:t>
            </a:r>
          </a:p>
          <a:p>
            <a:r>
              <a:rPr lang="ar-YE" sz="1600"/>
              <a:t>       }</a:t>
            </a:r>
          </a:p>
          <a:p>
            <a:r>
              <a:rPr lang="ar-YE" sz="1600"/>
              <a:t>     home:</a:t>
            </a:r>
          </a:p>
          <a:p>
            <a:r>
              <a:rPr lang="ar-YE" sz="1600"/>
              <a:t>     system("cls");</a:t>
            </a:r>
          </a:p>
          <a:p>
            <a:r>
              <a:rPr lang="ar-YE" sz="1600"/>
              <a:t>     count=0;</a:t>
            </a:r>
          </a:p>
          <a:p>
            <a:r>
              <a:rPr lang="ar-YE" sz="1600"/>
              <a:t>     for(i=1;i&lt;=3;i++)</a:t>
            </a:r>
          </a:p>
          <a:p>
            <a:r>
              <a:rPr lang="ar-YE" sz="1600"/>
              <a:t>     {</a:t>
            </a:r>
          </a:p>
          <a:p>
            <a:r>
              <a:rPr lang="ar-YE" sz="1600"/>
              <a:t>    system("cls");</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801358"/>
            <a:ext cx="5181600" cy="6056642"/>
          </a:xfrm>
        </p:spPr>
        <p:txBody>
          <a:bodyPr/>
          <a:lstStyle/>
          <a:p>
            <a:r>
              <a:rPr lang="ar-YE" sz="1600"/>
              <a:t>     r1=i;</a:t>
            </a:r>
          </a:p>
          <a:p>
            <a:r>
              <a:rPr lang="ar-YE" sz="1600"/>
              <a:t>     switch(r1)</a:t>
            </a:r>
          </a:p>
          <a:p>
            <a:r>
              <a:rPr lang="ar-YE" sz="1600"/>
              <a:t>        {</a:t>
            </a:r>
          </a:p>
          <a:p>
            <a:r>
              <a:rPr lang="ar-YE" sz="1600"/>
              <a:t>        case 1:</a:t>
            </a:r>
          </a:p>
          <a:p>
            <a:r>
              <a:rPr lang="ar-YE" sz="1600"/>
              <a:t>        printf("\n\nWhich of the following is a Palindrome number?");</a:t>
            </a:r>
          </a:p>
          <a:p>
            <a:r>
              <a:rPr lang="ar-YE" sz="1600"/>
              <a:t>        printf("\n\n1.42042\t\t2.101010\n\n3.23232\t\t4.01234");</a:t>
            </a:r>
          </a:p>
          <a:p>
            <a:r>
              <a:rPr lang="ar-YE" sz="1600"/>
              <a:t>        if (toupper(getch())=='3')</a:t>
            </a:r>
          </a:p>
          <a:p>
            <a:r>
              <a:rPr lang="ar-YE" sz="1600"/>
              <a:t>            {</a:t>
            </a:r>
          </a:p>
          <a:p>
            <a:r>
              <a:rPr lang="ar-YE" sz="1600"/>
              <a:t>                printf("\n\nCorrect!!!");count++;</a:t>
            </a:r>
          </a:p>
          <a:p>
            <a:r>
              <a:rPr lang="ar-YE" sz="1600"/>
              <a:t>                getch();</a:t>
            </a:r>
          </a:p>
          <a:p>
            <a:r>
              <a:rPr lang="ar-YE" sz="1600"/>
              <a:t>                break;</a:t>
            </a:r>
          </a:p>
          <a:p>
            <a:r>
              <a:rPr lang="ar-YE" sz="1600"/>
              <a:t>}</a:t>
            </a:r>
          </a:p>
          <a:p>
            <a:r>
              <a:rPr lang="ar-YE" sz="1600"/>
              <a:t>        else</a:t>
            </a:r>
          </a:p>
          <a:p>
            <a:r>
              <a:rPr lang="ar-YE" sz="1600"/>
              <a:t>               {</a:t>
            </a:r>
          </a:p>
          <a:p>
            <a:r>
              <a:rPr lang="ar-YE" sz="1600"/>
              <a:t>                   printf("\n\nWrong!!! The correct answer is C.23232");</a:t>
            </a:r>
          </a:p>
          <a:p>
            <a:r>
              <a:rPr lang="ar-YE" sz="1600"/>
              <a:t>                   getch();</a:t>
            </a:r>
          </a:p>
          <a:p>
            <a:r>
              <a:rPr lang="ar-YE" sz="1600"/>
              <a:t>               break;</a:t>
            </a:r>
          </a:p>
          <a:p>
            <a:r>
              <a:rPr lang="ar-YE" sz="1600"/>
              <a:t>               }</a:t>
            </a:r>
            <a:endParaRPr sz="1600"/>
          </a:p>
        </p:txBody>
      </p:sp>
      <p:sp>
        <p:nvSpPr>
          <p:cNvPr id="4" name="عنصر نائب لمحتوى 3"/>
          <p:cNvSpPr>
            <a:spLocks noGrp="1" noEditPoints="1"/>
          </p:cNvSpPr>
          <p:nvPr>
            <p:ph sz="half" idx="2"/>
          </p:nvPr>
        </p:nvSpPr>
        <p:spPr>
          <a:xfrm>
            <a:off x="6096000" y="801358"/>
            <a:ext cx="5181600" cy="5250759"/>
          </a:xfrm>
        </p:spPr>
        <p:txBody>
          <a:bodyPr/>
          <a:lstStyle/>
          <a:p>
            <a:r>
              <a:rPr lang="ar-YE" sz="1600"/>
              <a:t>The `switch` statement is used to determine which question to ask the user. Several functions and statements are used to display the question and options, and verify the user's answer.</a:t>
            </a:r>
          </a:p>
          <a:p>
            <a:r>
              <a:rPr lang="ar-YE" sz="1600"/>
              <a:t>- The variable `r1` is used to store the number of the question to be asked.</a:t>
            </a:r>
          </a:p>
          <a:p>
            <a:r>
              <a:rPr lang="ar-YE" sz="1600"/>
              <a:t>- The `printf` statements are used to display the question and options to the user.</a:t>
            </a:r>
          </a:p>
          <a:p>
            <a:r>
              <a:rPr lang="ar-YE" sz="1600"/>
              <a:t>- The `getch` function is used to read the user's input from the keyboard.</a:t>
            </a:r>
          </a:p>
          <a:p>
            <a:r>
              <a:rPr lang="ar-YE" sz="1600"/>
              <a:t>- The `toupper` function is used to convert the user's input to uppercase, allowing the program to detect whether the user entered the correct answer.</a:t>
            </a:r>
          </a:p>
          <a:p>
            <a:r>
              <a:rPr lang="ar-YE" sz="1600"/>
              <a:t>- The `printf` statements are used to display the message "Correct!!!" if the user enters the correct answer, and "Wrong!!!" if the user enters an incorrect answer.</a:t>
            </a:r>
          </a:p>
          <a:p>
            <a:r>
              <a:rPr lang="ar-YE" sz="1600"/>
              <a:t>- The variable `count` is used to keep track of the number of correct answers entered by the user.</a:t>
            </a:r>
          </a:p>
          <a:p>
            <a:r>
              <a:rPr lang="ar-YE" sz="1600"/>
              <a:t>- The `break` statement is used to exit the current case and move to the next case in the `switch` statement.</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6906038" y="632201"/>
            <a:ext cx="4447762" cy="5003236"/>
          </a:xfrm>
        </p:spPr>
        <p:txBody>
          <a:bodyPr/>
          <a:lstStyle/>
          <a:p>
            <a:r>
              <a:rPr lang="ar-YE" sz="1200"/>
              <a:t>In this part of the code, the program checks whether the user has answered at least two questions correctly. If the user has answered at least two questions correctly, the program jumps to the `test` label. Otherwise, the program displays a message informing the user that they are not eligible to play the game and returns to the main menu using the `goto` statement.</a:t>
            </a:r>
          </a:p>
          <a:p>
            <a:r>
              <a:rPr lang="ar-YE" sz="1200"/>
              <a:t>- The `count` variable is used to keep track of the number of correct answers entered by the user.</a:t>
            </a:r>
          </a:p>
          <a:p>
            <a:r>
              <a:rPr lang="ar-YE" sz="1200"/>
              <a:t>- The `goto` statement is used to jump to the `test` label if the user has answered at least two questions correctly, or to return to the main menu using the `goto` statement if the user has answered less than two questions correctly.</a:t>
            </a:r>
          </a:p>
          <a:p>
            <a:r>
              <a:rPr lang="ar-YE" sz="1200"/>
              <a:t>- The `printf` and `system` functions are used to display appropriate messages and clear the user interface screen.</a:t>
            </a:r>
          </a:p>
          <a:p>
            <a:r>
              <a:rPr lang="ar-YE" sz="1200"/>
              <a:t>- The `getch` function is used to read the user's input from the keyboard.</a:t>
            </a:r>
          </a:p>
          <a:p>
            <a:r>
              <a:rPr lang="ar-YE" sz="1200"/>
              <a:t>- The `toupper` function is used to convert the user's input to uppercase, allowing the program to detect whether the user entered 'p' to start the game.</a:t>
            </a:r>
          </a:p>
          <a:p>
            <a:r>
              <a:rPr lang="ar-YE" sz="1200"/>
              <a:t>- The `game` label is used to start the game.</a:t>
            </a:r>
          </a:p>
          <a:p>
            <a:r>
              <a:rPr lang="ar-YE" sz="1200"/>
              <a:t>- The `countr` variable is used to keep track of the number of correct answers entered by the user in the game.</a:t>
            </a:r>
          </a:p>
          <a:p>
            <a:r>
              <a:rPr lang="ar-YE" sz="1200"/>
              <a:t>- The loop `for` is used to present the user with a series of ten questions.</a:t>
            </a:r>
            <a:endParaRPr sz="1200"/>
          </a:p>
        </p:txBody>
      </p:sp>
      <p:sp>
        <p:nvSpPr>
          <p:cNvPr id="3" name="عنصر نائب لمحتوى 2"/>
          <p:cNvSpPr>
            <a:spLocks noGrp="1" noEditPoints="1"/>
          </p:cNvSpPr>
          <p:nvPr>
            <p:ph sz="half" idx="1"/>
          </p:nvPr>
        </p:nvSpPr>
        <p:spPr>
          <a:xfrm>
            <a:off x="838200" y="289719"/>
            <a:ext cx="5181600" cy="3848643"/>
          </a:xfrm>
        </p:spPr>
        <p:txBody>
          <a:bodyPr/>
          <a:lstStyle/>
          <a:p>
            <a:r>
              <a:rPr lang="ar-YE" sz="1200"/>
              <a:t>  if(count&gt;=2)</a:t>
            </a:r>
          </a:p>
          <a:p>
            <a:r>
              <a:rPr lang="ar-YE" sz="1200"/>
              <a:t>    {goto test;}</a:t>
            </a:r>
          </a:p>
          <a:p>
            <a:r>
              <a:rPr lang="ar-YE" sz="1200"/>
              <a:t>    else</a:t>
            </a:r>
          </a:p>
          <a:p>
            <a:r>
              <a:rPr lang="ar-YE" sz="1200"/>
              <a:t>    {</a:t>
            </a:r>
          </a:p>
          <a:p>
            <a:r>
              <a:rPr lang="ar-YE" sz="1200"/>
              <a:t>    system("cls");</a:t>
            </a:r>
          </a:p>
          <a:p>
            <a:r>
              <a:rPr lang="ar-YE" sz="1200"/>
              <a:t>    printf("\n\nSORRY YOU ARE NOT ELIGIBLE TO PLAY THIS GAME, BETTER LUCK NEXT TIME");</a:t>
            </a:r>
          </a:p>
          <a:p>
            <a:r>
              <a:rPr lang="ar-YE" sz="1200"/>
              <a:t>    getch();</a:t>
            </a:r>
          </a:p>
          <a:p>
            <a:r>
              <a:rPr lang="ar-YE" sz="1200"/>
              <a:t>    goto mainhome;</a:t>
            </a:r>
          </a:p>
          <a:p>
            <a:r>
              <a:rPr lang="ar-YE" sz="1200"/>
              <a:t>    }</a:t>
            </a:r>
          </a:p>
          <a:p>
            <a:r>
              <a:rPr lang="ar-YE" sz="1200"/>
              <a:t>     test:</a:t>
            </a:r>
          </a:p>
          <a:p>
            <a:r>
              <a:rPr lang="ar-YE" sz="1200"/>
              <a:t>     system("cls");</a:t>
            </a:r>
          </a:p>
          <a:p>
            <a:r>
              <a:rPr lang="ar-YE" sz="1200"/>
              <a:t>     printf("\n\n\t*** CONGRATULATION %s you are eligible to play the Game ***",</a:t>
            </a:r>
          </a:p>
          <a:p>
            <a:r>
              <a:rPr lang="ar-YE" sz="1200"/>
              <a:t>playername);</a:t>
            </a:r>
          </a:p>
          <a:p>
            <a:r>
              <a:rPr lang="ar-YE" sz="1200"/>
              <a:t>     printf("\n\n\n\n\t!Press any key to Start the Game!");</a:t>
            </a:r>
          </a:p>
          <a:p>
            <a:endParaRPr sz="1200"/>
          </a:p>
        </p:txBody>
      </p:sp>
      <p:sp>
        <p:nvSpPr>
          <p:cNvPr id="4" name="عنصر نائب لمحتوى 3"/>
          <p:cNvSpPr>
            <a:spLocks noGrp="1" noEditPoints="1"/>
          </p:cNvSpPr>
          <p:nvPr>
            <p:ph sz="half" idx="2"/>
          </p:nvPr>
        </p:nvSpPr>
        <p:spPr>
          <a:xfrm>
            <a:off x="838200" y="4021528"/>
            <a:ext cx="3615924" cy="2533508"/>
          </a:xfrm>
        </p:spPr>
        <p:txBody>
          <a:bodyPr/>
          <a:lstStyle/>
          <a:p>
            <a:pPr marL="0" indent="0">
              <a:buNone/>
            </a:pPr>
            <a:endParaRPr lang="ar-YE" sz="1200"/>
          </a:p>
          <a:p>
            <a:r>
              <a:rPr lang="ar-YE" sz="1200"/>
              <a:t>     printf("\n\n\n\n\t!Press any key to Start the Game!");</a:t>
            </a:r>
          </a:p>
          <a:p>
            <a:r>
              <a:rPr lang="ar-YE" sz="1200"/>
              <a:t>     if(toupper(getch())=='p')</a:t>
            </a:r>
          </a:p>
          <a:p>
            <a:r>
              <a:rPr lang="ar-YE" sz="1200"/>
              <a:t>        {goto game;}</a:t>
            </a:r>
          </a:p>
          <a:p>
            <a:r>
              <a:rPr lang="ar-YE" sz="1200"/>
              <a:t>game:</a:t>
            </a:r>
          </a:p>
          <a:p>
            <a:r>
              <a:rPr lang="ar-YE" sz="1200"/>
              <a:t>     countr=0;</a:t>
            </a:r>
          </a:p>
          <a:p>
            <a:r>
              <a:rPr lang="ar-YE" sz="1200"/>
              <a:t>     for(i=1;i&lt;=10;i++)</a:t>
            </a:r>
          </a:p>
          <a:p>
            <a:r>
              <a:rPr lang="ar-YE" sz="1200"/>
              <a:t>     {system("cls");</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6294239" y="342979"/>
            <a:ext cx="5059561" cy="6318893"/>
          </a:xfrm>
        </p:spPr>
        <p:txBody>
          <a:bodyPr/>
          <a:lstStyle/>
          <a:p>
            <a:r>
              <a:rPr lang="ar-YE" sz="1200"/>
              <a:t>A"for" loop is used to display a series of ten questions to the user. A "switch" statement is used to determine which question to ask the user. Several statements and functions are used to display the question and choices, and to check the user's answer.</a:t>
            </a:r>
          </a:p>
          <a:p>
            <a:endParaRPr lang="ar-YE" sz="1200"/>
          </a:p>
          <a:p>
            <a:r>
              <a:rPr lang="ar-YE" sz="1200"/>
              <a:t>- The variable "i" is used in the "for" loop to keep track of the number of questions asked to the user.</a:t>
            </a:r>
          </a:p>
          <a:p>
            <a:endParaRPr lang="ar-YE" sz="1200"/>
          </a:p>
          <a:p>
            <a:r>
              <a:rPr lang="ar-YE" sz="1200"/>
              <a:t>- The "system" statement is used to clear the user interface screen each time a new question is asked.</a:t>
            </a:r>
          </a:p>
          <a:p>
            <a:endParaRPr lang="ar-YE" sz="1200"/>
          </a:p>
          <a:p>
            <a:r>
              <a:rPr lang="ar-YE" sz="1200"/>
              <a:t>- The variable "r" is used in the "switch" statement to determine which question to ask the user.</a:t>
            </a:r>
          </a:p>
          <a:p>
            <a:endParaRPr lang="ar-YE" sz="1200"/>
          </a:p>
          <a:p>
            <a:r>
              <a:rPr lang="ar-YE" sz="1200"/>
              <a:t>- The "printf" statements are used to display the question and choices to the user.</a:t>
            </a:r>
          </a:p>
          <a:p>
            <a:endParaRPr lang="ar-YE" sz="1200"/>
          </a:p>
          <a:p>
            <a:r>
              <a:rPr lang="ar-YE" sz="1200"/>
              <a:t>- The "getch" statement is used to read the user's input from the keyboard.</a:t>
            </a:r>
          </a:p>
          <a:p>
            <a:endParaRPr lang="ar-YE" sz="1200"/>
          </a:p>
          <a:p>
            <a:r>
              <a:rPr lang="ar-YE" sz="1200"/>
              <a:t>- The "toupper" function is used to convert the user's input to uppercase letters.</a:t>
            </a:r>
          </a:p>
          <a:p>
            <a:endParaRPr lang="ar-YE" sz="1200"/>
          </a:p>
          <a:p>
            <a:r>
              <a:rPr lang="ar-YE" sz="1200"/>
              <a:t>- The "if" statement is used to check the user's answer.</a:t>
            </a:r>
          </a:p>
          <a:p>
            <a:endParaRPr lang="ar-YE" sz="1200"/>
          </a:p>
          <a:p>
            <a:r>
              <a:rPr lang="ar-YE" sz="1200"/>
              <a:t>- The variable "countr" is used to keep track of the number of correct answers entered by the user.</a:t>
            </a:r>
          </a:p>
          <a:p>
            <a:endParaRPr lang="ar-YE" sz="1200"/>
          </a:p>
          <a:p>
            <a:r>
              <a:rPr lang="ar-YE" sz="1200"/>
              <a:t>- The "printf" statement is used to display the message "Correct!!!" if the user enters a correct answer, and to display the message "Wrong!!!" if the user enters an incorrect answer.</a:t>
            </a:r>
          </a:p>
          <a:p>
            <a:endParaRPr lang="ar-YE" sz="1200"/>
          </a:p>
          <a:p>
            <a:r>
              <a:rPr lang="ar-YE" sz="1200"/>
              <a:t>- The "goto" statement is used to jump to the "score" label if the user enters a incorrect answer.</a:t>
            </a:r>
            <a:endParaRPr sz="1200"/>
          </a:p>
        </p:txBody>
      </p:sp>
      <p:sp>
        <p:nvSpPr>
          <p:cNvPr id="3" name="عنصر نائب لمحتوى 2"/>
          <p:cNvSpPr>
            <a:spLocks noGrp="1" noEditPoints="1"/>
          </p:cNvSpPr>
          <p:nvPr>
            <p:ph sz="half" idx="1"/>
          </p:nvPr>
        </p:nvSpPr>
        <p:spPr>
          <a:xfrm>
            <a:off x="837009" y="232834"/>
            <a:ext cx="5181600" cy="3917752"/>
          </a:xfrm>
        </p:spPr>
        <p:txBody>
          <a:bodyPr/>
          <a:lstStyle/>
          <a:p>
            <a:r>
              <a:rPr lang="ar-YE" sz="1200"/>
              <a:t> for(i=1;i&lt;=10;i++)</a:t>
            </a:r>
          </a:p>
          <a:p>
            <a:r>
              <a:rPr lang="ar-YE" sz="1200"/>
              <a:t>     {system("cls");</a:t>
            </a:r>
          </a:p>
          <a:p>
            <a:r>
              <a:rPr lang="ar-YE" sz="1200"/>
              <a:t>     r=i;</a:t>
            </a:r>
          </a:p>
          <a:p>
            <a:r>
              <a:rPr lang="ar-YE" sz="1200"/>
              <a:t>     switch(r)</a:t>
            </a:r>
          </a:p>
          <a:p>
            <a:r>
              <a:rPr lang="ar-YE" sz="1200"/>
              <a:t>        {</a:t>
            </a:r>
          </a:p>
          <a:p>
            <a:r>
              <a:rPr lang="ar-YE" sz="1200"/>
              <a:t>        case 1:</a:t>
            </a:r>
          </a:p>
          <a:p>
            <a:r>
              <a:rPr lang="ar-YE" sz="1200"/>
              <a:t>        printf("\n\nWhat is the National Game of England?");</a:t>
            </a:r>
          </a:p>
          <a:p>
            <a:r>
              <a:rPr lang="ar-YE" sz="1200"/>
              <a:t>        printf("\n\nA.Football\t\tB.Basketball\n\nC.Cricket\t\tD.Baseball");</a:t>
            </a:r>
          </a:p>
          <a:p>
            <a:r>
              <a:rPr lang="ar-YE" sz="1200"/>
              <a:t>        if (toupper(getch())=='C')</a:t>
            </a:r>
          </a:p>
          <a:p>
            <a:r>
              <a:rPr lang="ar-YE" sz="1200"/>
              <a:t>            {printf("\n\nCorrect!!!");countr++;getch();</a:t>
            </a:r>
          </a:p>
          <a:p>
            <a:r>
              <a:rPr lang="ar-YE" sz="1200"/>
              <a:t>             break;getch();}</a:t>
            </a:r>
          </a:p>
          <a:p>
            <a:r>
              <a:rPr lang="ar-YE" sz="1200"/>
              <a:t>        else</a:t>
            </a:r>
          </a:p>
          <a:p>
            <a:r>
              <a:rPr lang="ar-YE" sz="1200"/>
              <a:t>               {printf("\n\nWrong!!! The correct answer is C.Cricket");getch();</a:t>
            </a:r>
          </a:p>
          <a:p>
            <a:r>
              <a:rPr lang="ar-YE" sz="1200"/>
              <a:t>               goto score;</a:t>
            </a:r>
          </a:p>
          <a:p>
            <a:r>
              <a:rPr lang="ar-YE" sz="1200"/>
              <a:t>               break;}</a:t>
            </a:r>
          </a:p>
          <a:p>
            <a:endParaRPr sz="1200"/>
          </a:p>
        </p:txBody>
      </p:sp>
      <p:sp>
        <p:nvSpPr>
          <p:cNvPr id="4" name="عنصر نائب لمحتوى 3"/>
          <p:cNvSpPr>
            <a:spLocks noGrp="1" noEditPoints="1"/>
          </p:cNvSpPr>
          <p:nvPr>
            <p:ph sz="half" idx="2"/>
          </p:nvPr>
        </p:nvSpPr>
        <p:spPr>
          <a:xfrm>
            <a:off x="837009" y="4150586"/>
            <a:ext cx="5181600" cy="2761524"/>
          </a:xfrm>
        </p:spPr>
        <p:txBody>
          <a:bodyPr/>
          <a:lstStyle/>
          <a:p>
            <a:r>
              <a:rPr lang="ar-YE" sz="1200"/>
              <a:t>        case 2:</a:t>
            </a:r>
          </a:p>
          <a:p>
            <a:r>
              <a:rPr lang="ar-YE" sz="1200"/>
              <a:t>        printf("\n\n\nStudy of Earthquake is called............,");</a:t>
            </a:r>
          </a:p>
          <a:p>
            <a:r>
              <a:rPr lang="ar-YE" sz="1200"/>
              <a:t>        printf("\n\nA.Seismology\t\tB.Cosmology\n\nC.Orology\t\tD.Etimology");</a:t>
            </a:r>
          </a:p>
          <a:p>
            <a:r>
              <a:rPr lang="ar-YE" sz="1200"/>
              <a:t>        if (toupper(getch())=='A')</a:t>
            </a:r>
          </a:p>
          <a:p>
            <a:r>
              <a:rPr lang="ar-YE" sz="1200"/>
              <a:t>            {printf("\n\nCorrect!!!");countr++;getch();</a:t>
            </a:r>
          </a:p>
          <a:p>
            <a:r>
              <a:rPr lang="ar-YE" sz="1200"/>
              <a:t>             break;}</a:t>
            </a:r>
          </a:p>
          <a:p>
            <a:r>
              <a:rPr lang="ar-YE" sz="1200"/>
              <a:t>        else</a:t>
            </a:r>
          </a:p>
          <a:p>
            <a:r>
              <a:rPr lang="ar-YE" sz="1200"/>
              <a:t>               {printf("\n\nWrong!!! The correct answer is A.Seismology");getch();</a:t>
            </a:r>
          </a:p>
          <a:p>
            <a:r>
              <a:rPr lang="ar-YE" sz="1200"/>
              <a:t>              goto score;</a:t>
            </a:r>
          </a:p>
          <a:p>
            <a:r>
              <a:rPr lang="ar-YE" sz="1200"/>
              <a:t>               break;</a:t>
            </a:r>
          </a:p>
          <a:p>
            <a:r>
              <a:rPr lang="ar-YE" sz="1200"/>
              <a:t>               }</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noEditPoints="1"/>
          </p:cNvSpPr>
          <p:nvPr>
            <p:ph type="title"/>
          </p:nvPr>
        </p:nvSpPr>
        <p:spPr>
          <a:xfrm>
            <a:off x="6463905" y="-81861"/>
            <a:ext cx="4181473" cy="6591433"/>
          </a:xfrm>
        </p:spPr>
        <p:txBody>
          <a:bodyPr/>
          <a:lstStyle/>
          <a:p>
            <a:r>
              <a:rPr lang="ar-YE" sz="1200"/>
              <a:t>After calculating the user's score, the "score" label is used to display a congratulatory message to the user and give them the option to play again or return to the main menu.</a:t>
            </a:r>
          </a:p>
          <a:p>
            <a:endParaRPr lang="ar-YE" sz="1200"/>
          </a:p>
          <a:p>
            <a:r>
              <a:rPr lang="ar-YE" sz="1200"/>
              <a:t>- The "system" function is used to clear the user interface screen.</a:t>
            </a:r>
          </a:p>
          <a:p>
            <a:r>
              <a:rPr lang="ar-YE" sz="1200"/>
              <a:t>- The "score" variable is calculated based on the number of correct answers the user has entered.</a:t>
            </a:r>
          </a:p>
          <a:p>
            <a:r>
              <a:rPr lang="ar-YE" sz="1200"/>
              <a:t>- An "if" statement is used to display a congratulatory message and the user's score if the score is greater than zero and less than one million dollars.</a:t>
            </a:r>
          </a:p>
          <a:p>
            <a:r>
              <a:rPr lang="ar-YE" sz="1200"/>
              <a:t>- An "else if" statement is used to display a special congratulatory message and the user's score if the score is equal to one million dollars.</a:t>
            </a:r>
          </a:p>
          <a:p>
            <a:r>
              <a:rPr lang="ar-YE" sz="1200"/>
              <a:t>- An "else" statement is used to display a message indicating that the user did not win any cash.</a:t>
            </a:r>
          </a:p>
          <a:p>
            <a:r>
              <a:rPr lang="ar-YE" sz="1200"/>
              <a:t>- The "goto" statement is used to move to the "go" label.</a:t>
            </a:r>
          </a:p>
          <a:p>
            <a:r>
              <a:rPr lang="ar-YE" sz="1200"/>
              <a:t>- The "puts" function is used to display an encouraging message to the user.</a:t>
            </a:r>
          </a:p>
          <a:p>
            <a:r>
              <a:rPr lang="ar-YE" sz="1200"/>
              <a:t>- An "if" statement is used to move to the "home" label if the user wants to play again.</a:t>
            </a:r>
          </a:p>
          <a:p>
            <a:r>
              <a:rPr lang="ar-YE" sz="1200"/>
              <a:t>- An "else" statement is used to move to the "mainhome" label if the user wants to return to the main menu.</a:t>
            </a:r>
          </a:p>
          <a:p>
            <a:r>
              <a:rPr lang="ar-YE" sz="1200"/>
              <a:t>- The "edit_score" function is used to update the user's score in the database.</a:t>
            </a:r>
            <a:endParaRPr sz="1200"/>
          </a:p>
        </p:txBody>
      </p:sp>
      <p:sp>
        <p:nvSpPr>
          <p:cNvPr id="3" name="عنصر نائب لمحتوى 2"/>
          <p:cNvSpPr>
            <a:spLocks noGrp="1" noEditPoints="1"/>
          </p:cNvSpPr>
          <p:nvPr>
            <p:ph sz="half" idx="1"/>
          </p:nvPr>
        </p:nvSpPr>
        <p:spPr>
          <a:xfrm>
            <a:off x="838200" y="0"/>
            <a:ext cx="5181600" cy="4351338"/>
          </a:xfrm>
        </p:spPr>
        <p:txBody>
          <a:bodyPr/>
          <a:lstStyle/>
          <a:p>
            <a:r>
              <a:rPr lang="ar-YE" sz="1200"/>
              <a:t>score:</a:t>
            </a:r>
          </a:p>
          <a:p>
            <a:r>
              <a:rPr lang="ar-YE" sz="1200"/>
              <a:t>    system("cls");</a:t>
            </a:r>
          </a:p>
          <a:p>
            <a:r>
              <a:rPr lang="ar-YE" sz="1200"/>
              <a:t>    score=(float)countr*100000;</a:t>
            </a:r>
          </a:p>
          <a:p>
            <a:r>
              <a:rPr lang="ar-YE" sz="1200"/>
              <a:t>    if(score&gt;0.00 &amp;&amp; score&lt;1000000)</a:t>
            </a:r>
          </a:p>
          <a:p>
            <a:r>
              <a:rPr lang="ar-YE" sz="1200"/>
              <a:t>    {</a:t>
            </a:r>
          </a:p>
          <a:p>
            <a:r>
              <a:rPr lang="ar-YE" sz="1200"/>
              <a:t>       printf("\n\n\t\t**************** CONGRATULATION *****************");</a:t>
            </a:r>
          </a:p>
          <a:p>
            <a:r>
              <a:rPr lang="ar-YE" sz="1200"/>
              <a:t>         printf("\n\t You won $%.2f",score);goto go;}</a:t>
            </a:r>
          </a:p>
          <a:p>
            <a:r>
              <a:rPr lang="ar-YE" sz="1200"/>
              <a:t>     else if(score==1000000.00)</a:t>
            </a:r>
          </a:p>
          <a:p>
            <a:r>
              <a:rPr lang="ar-YE" sz="1200"/>
              <a:t>    {</a:t>
            </a:r>
          </a:p>
          <a:p>
            <a:r>
              <a:rPr lang="ar-YE" sz="1200"/>
              <a:t>        printf("\n\n\n \t\t**************** CONGRATULATION ****************");</a:t>
            </a:r>
          </a:p>
          <a:p>
            <a:r>
              <a:rPr lang="ar-YE" sz="1200"/>
              <a:t>        printf("\n\t\t\t\t YOU ARE A MILLIONAIRE!!!!!!!!!");</a:t>
            </a:r>
          </a:p>
          <a:p>
            <a:r>
              <a:rPr lang="ar-YE" sz="1200"/>
              <a:t>        printf("\n\t\t You won $%.2f",score);</a:t>
            </a:r>
          </a:p>
          <a:p>
            <a:r>
              <a:rPr lang="ar-YE" sz="1200"/>
              <a:t>        printf("\t\t Thank You!!");</a:t>
            </a:r>
          </a:p>
          <a:p>
            <a:r>
              <a:rPr lang="ar-YE" sz="1200"/>
              <a:t>    }</a:t>
            </a:r>
          </a:p>
          <a:p>
            <a:r>
              <a:rPr lang="ar-YE" sz="1200"/>
              <a:t>     else</a:t>
            </a:r>
          </a:p>
          <a:p>
            <a:r>
              <a:rPr lang="ar-YE" sz="1200"/>
              <a:t>{</a:t>
            </a:r>
          </a:p>
          <a:p>
            <a:r>
              <a:rPr lang="ar-YE" sz="1200"/>
              <a:t>     </a:t>
            </a:r>
            <a:endParaRPr sz="1200"/>
          </a:p>
        </p:txBody>
      </p:sp>
      <p:sp>
        <p:nvSpPr>
          <p:cNvPr id="4" name="عنصر نائب لمحتوى 3"/>
          <p:cNvSpPr>
            <a:spLocks noGrp="1" noEditPoints="1"/>
          </p:cNvSpPr>
          <p:nvPr>
            <p:ph sz="half" idx="2"/>
          </p:nvPr>
        </p:nvSpPr>
        <p:spPr>
          <a:xfrm>
            <a:off x="1594642" y="3718354"/>
            <a:ext cx="4321768" cy="3504684"/>
          </a:xfrm>
        </p:spPr>
        <p:txBody>
          <a:bodyPr/>
          <a:lstStyle/>
          <a:p>
            <a:pPr marL="0" indent="0">
              <a:buNone/>
            </a:pPr>
            <a:r>
              <a:rPr lang="ar-YE" sz="1200"/>
              <a:t>.</a:t>
            </a:r>
            <a:r>
              <a:rPr lang="ar-YE" sz="1200"/>
              <a:t>   printf("\n\n\t******** SORRY YOU DIDN'T WIN ANY CASH ********");</a:t>
            </a:r>
          </a:p>
          <a:p>
            <a:r>
              <a:rPr lang="ar-YE" sz="1200"/>
              <a:t>        printf("\n\t\t Thanks for your participation");</a:t>
            </a:r>
          </a:p>
          <a:p>
            <a:r>
              <a:rPr lang="ar-YE" sz="1200"/>
              <a:t>        printf("\n\t\t TRY AGAIN");goto go;}</a:t>
            </a:r>
          </a:p>
          <a:p>
            <a:r>
              <a:rPr lang="ar-YE" sz="1200"/>
              <a:t>    go:</a:t>
            </a:r>
          </a:p>
          <a:p>
            <a:r>
              <a:rPr lang="ar-YE" sz="1200"/>
              <a:t>    puts("\n\n Press Y if you want to play next game");</a:t>
            </a:r>
          </a:p>
          <a:p>
            <a:r>
              <a:rPr lang="ar-YE" sz="1200"/>
              <a:t>    puts(" Press any key if you want to go main menu");</a:t>
            </a:r>
          </a:p>
          <a:p>
            <a:r>
              <a:rPr lang="ar-YE" sz="1200"/>
              <a:t>    if (toupper(getch())=='Y')</a:t>
            </a:r>
          </a:p>
          <a:p>
            <a:r>
              <a:rPr lang="ar-YE" sz="1200"/>
              <a:t>        goto home;</a:t>
            </a:r>
          </a:p>
          <a:p>
            <a:r>
              <a:rPr lang="ar-YE" sz="1200"/>
              <a:t>    else</a:t>
            </a:r>
          </a:p>
          <a:p>
            <a:r>
              <a:rPr lang="ar-YE" sz="1200"/>
              <a:t>        {</a:t>
            </a:r>
          </a:p>
          <a:p>
            <a:r>
              <a:rPr lang="ar-YE" sz="1200"/>
              <a:t>        edit_score(score,playername);</a:t>
            </a:r>
          </a:p>
          <a:p>
            <a:r>
              <a:rPr lang="ar-YE" sz="1200"/>
              <a:t>        goto mainhome;}}}</a:t>
            </a: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50275" y="1456007"/>
            <a:ext cx="5181600" cy="4848410"/>
          </a:xfrm>
        </p:spPr>
        <p:txBody>
          <a:bodyPr/>
          <a:lstStyle/>
          <a:p>
            <a:r>
              <a:rPr lang="ar-YE" sz="1600"/>
              <a:t>void show_record()</a:t>
            </a:r>
          </a:p>
          <a:p>
            <a:r>
              <a:rPr lang="ar-YE" sz="1600"/>
              <a:t>    {system("cls");</a:t>
            </a:r>
          </a:p>
          <a:p>
            <a:r>
              <a:rPr lang="ar-YE" sz="1600"/>
              <a:t>char name[20];</a:t>
            </a:r>
          </a:p>
          <a:p>
            <a:r>
              <a:rPr lang="ar-YE" sz="1600"/>
              <a:t>    float scr;</a:t>
            </a:r>
          </a:p>
          <a:p>
            <a:r>
              <a:rPr lang="ar-YE" sz="1600"/>
              <a:t>    FILE *f;</a:t>
            </a:r>
          </a:p>
          <a:p>
            <a:r>
              <a:rPr lang="ar-YE" sz="1600"/>
              <a:t>    f=fopen("score.txt","r");</a:t>
            </a:r>
          </a:p>
          <a:p>
            <a:r>
              <a:rPr lang="ar-YE" sz="1600"/>
              <a:t>    fscanf(f,"%s%f",&amp;name,&amp;scr);</a:t>
            </a:r>
          </a:p>
          <a:p>
            <a:r>
              <a:rPr lang="ar-YE" sz="1600"/>
              <a:t>    printf("\n\n\t\t*************************************************************");</a:t>
            </a:r>
          </a:p>
          <a:p>
            <a:r>
              <a:rPr lang="ar-YE" sz="1600"/>
              <a:t>    printf("\n\n\t\t %s has secured the Highest Score %0.2f",name,scr);</a:t>
            </a:r>
          </a:p>
          <a:p>
            <a:r>
              <a:rPr lang="ar-YE" sz="1600"/>
              <a:t>    printf("\n\n\t\t*************************************************************");</a:t>
            </a:r>
          </a:p>
          <a:p>
            <a:r>
              <a:rPr lang="ar-YE" sz="1600"/>
              <a:t>    fclose(f);</a:t>
            </a:r>
          </a:p>
          <a:p>
            <a:r>
              <a:rPr lang="ar-YE" sz="1600"/>
              <a:t>    getch();}</a:t>
            </a:r>
          </a:p>
          <a:p>
            <a:endParaRPr lang="ar-YE" sz="1600"/>
          </a:p>
        </p:txBody>
      </p:sp>
      <p:sp>
        <p:nvSpPr>
          <p:cNvPr id="4" name="عنصر نائب لمحتوى 3"/>
          <p:cNvSpPr>
            <a:spLocks noGrp="1" noEditPoints="1"/>
          </p:cNvSpPr>
          <p:nvPr>
            <p:ph sz="half" idx="2"/>
          </p:nvPr>
        </p:nvSpPr>
        <p:spPr/>
        <p:txBody>
          <a:bodyPr/>
          <a:lstStyle/>
          <a:p>
            <a:r>
              <a:rPr lang="ar-YE" sz="1600"/>
              <a:t>The  function "show_record" is used to display the highest score achieved by any player. The function reads the "score.txt" file and retrieves the name and score of the player with the highest score. The retrieved values are then displayed on the screen.</a:t>
            </a:r>
          </a:p>
          <a:p>
            <a:r>
              <a:rPr lang="ar-YE" sz="1600"/>
              <a:t>- The "system" function is used to clear the user interface screen.</a:t>
            </a:r>
          </a:p>
          <a:p>
            <a:r>
              <a:rPr lang="ar-YE" sz="1600"/>
              <a:t>- The "name" and "scr" variables are declared to store the name and score of the player with the highest score.</a:t>
            </a:r>
          </a:p>
          <a:p>
            <a:r>
              <a:rPr lang="ar-YE" sz="1600"/>
              <a:t>- The "FILE" pointer "f" is declared and initialized to point to the "score.txt" file.</a:t>
            </a:r>
          </a:p>
          <a:p>
            <a:r>
              <a:rPr lang="ar-YE" sz="1600"/>
              <a:t>- The "fscanf" function is used to read the name and score of the player with the highest score from the "score.txt" file.</a:t>
            </a:r>
          </a:p>
          <a:p>
            <a:r>
              <a:rPr lang="ar-YE" sz="1600"/>
              <a:t>- The retrieved values are displayed on the screen using the "printf" function.</a:t>
            </a:r>
          </a:p>
          <a:p>
            <a:r>
              <a:rPr lang="ar-YE" sz="1600"/>
              <a:t>- The "fclose" function is used to close the "score.txt" file.</a:t>
            </a:r>
          </a:p>
          <a:p>
            <a:r>
              <a:rPr lang="ar-YE" sz="1600"/>
              <a:t>- The "getch" function is used to wait for the user to press a key before exiting the function.</a:t>
            </a:r>
          </a:p>
          <a:p>
            <a:pPr marL="0" indent="0">
              <a:buNone/>
            </a:pP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985255"/>
            <a:ext cx="5181600" cy="5191708"/>
          </a:xfrm>
        </p:spPr>
        <p:txBody>
          <a:bodyPr/>
          <a:lstStyle/>
          <a:p>
            <a:r>
              <a:rPr lang="ar-YE" sz="2200"/>
              <a:t>void reset_score()</a:t>
            </a:r>
          </a:p>
          <a:p>
            <a:r>
              <a:rPr lang="ar-YE" sz="2200"/>
              <a:t>    {system("cls");</a:t>
            </a:r>
          </a:p>
          <a:p>
            <a:r>
              <a:rPr lang="ar-YE" sz="2200"/>
              <a:t>    float sc;</a:t>
            </a:r>
          </a:p>
          <a:p>
            <a:r>
              <a:rPr lang="ar-YE" sz="2200"/>
              <a:t>    char nm[20];</a:t>
            </a:r>
          </a:p>
          <a:p>
            <a:r>
              <a:rPr lang="ar-YE" sz="2200"/>
              <a:t>    FILE *f;</a:t>
            </a:r>
          </a:p>
          <a:p>
            <a:r>
              <a:rPr lang="ar-YE" sz="2200"/>
              <a:t>    f=fopen("score.txt","r+");</a:t>
            </a:r>
          </a:p>
          <a:p>
            <a:r>
              <a:rPr lang="ar-YE" sz="2200"/>
              <a:t>    fscanf(f,"%s%f",&amp;nm,&amp;sc);</a:t>
            </a:r>
          </a:p>
          <a:p>
            <a:r>
              <a:rPr lang="ar-YE" sz="2200"/>
              <a:t>    sc=0;</a:t>
            </a:r>
          </a:p>
          <a:p>
            <a:r>
              <a:rPr lang="ar-YE" sz="2200"/>
              <a:t>    fprintf(f,"%s,%.2f",nm,sc);</a:t>
            </a:r>
          </a:p>
          <a:p>
            <a:r>
              <a:rPr lang="ar-YE" sz="2200"/>
              <a:t>    fclose(f);}</a:t>
            </a:r>
          </a:p>
          <a:p>
            <a:endParaRPr sz="1600"/>
          </a:p>
        </p:txBody>
      </p:sp>
      <p:sp>
        <p:nvSpPr>
          <p:cNvPr id="4" name="عنصر نائب لمحتوى 3"/>
          <p:cNvSpPr>
            <a:spLocks noGrp="1" noEditPoints="1"/>
          </p:cNvSpPr>
          <p:nvPr>
            <p:ph sz="half" idx="2"/>
          </p:nvPr>
        </p:nvSpPr>
        <p:spPr>
          <a:xfrm>
            <a:off x="6413082" y="985255"/>
            <a:ext cx="5181600" cy="5573547"/>
          </a:xfrm>
        </p:spPr>
        <p:txBody>
          <a:bodyPr/>
          <a:lstStyle/>
          <a:p>
            <a:r>
              <a:rPr lang="ar-YE" sz="1600"/>
              <a:t>The  function "reset_score" is used to reset the highest score to zero. The function reads the "score.txt" file, sets the score to zero, and then writes the new score to the file.</a:t>
            </a:r>
          </a:p>
          <a:p>
            <a:endParaRPr lang="ar-YE" sz="1600"/>
          </a:p>
          <a:p>
            <a:r>
              <a:rPr lang="ar-YE" sz="1600"/>
              <a:t>- The "system" function is used to clear the user interface screen.</a:t>
            </a:r>
          </a:p>
          <a:p>
            <a:r>
              <a:rPr lang="ar-YE" sz="1600"/>
              <a:t>- The "sc" and "nm" variables are declared to store the score and name of the player with the highest score.</a:t>
            </a:r>
          </a:p>
          <a:p>
            <a:r>
              <a:rPr lang="ar-YE" sz="1600"/>
              <a:t>- The "FILE" pointer "f" is declared and initialized to point to the "score.txt" file.</a:t>
            </a:r>
          </a:p>
          <a:p>
            <a:r>
              <a:rPr lang="ar-YE" sz="1600"/>
              <a:t>- The "fscanf" function is used to read the name and score of the player with the highest score from the "score.txt" file.</a:t>
            </a:r>
          </a:p>
          <a:p>
            <a:r>
              <a:rPr lang="ar-YE" sz="1600"/>
              <a:t>- The "sc" variable is set to zero</a:t>
            </a:r>
            <a:r>
              <a:rPr lang="ar-YE" sz="1600"/>
              <a:t>'</a:t>
            </a:r>
            <a:r>
              <a:rPr lang="ar-YE" sz="1600"/>
              <a:t>This is done to reset the highest score to zero. After that, the new name and score (which is zero) are written to the "score.txt" file using the "fprintf" function, and the file is closed using the "fclose" function. Once the game is played again, the user will have a new opportunity to achieve a higher score than zero and update it in the "score.txt" file.</a:t>
            </a:r>
          </a:p>
          <a:p>
            <a:r>
              <a:rPr lang="ar-YE" sz="1600"/>
              <a:t>- The "fprintf" function is used to write the new name and score to the "score.txt" file.</a:t>
            </a:r>
          </a:p>
          <a:p>
            <a:r>
              <a:rPr lang="ar-YE" sz="1600"/>
              <a:t>- The "fclose" function is used to close the "score.txt" file</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91281"/>
            <a:ext cx="5181600" cy="6629234"/>
          </a:xfrm>
        </p:spPr>
        <p:txBody>
          <a:bodyPr/>
          <a:lstStyle/>
          <a:p>
            <a:r>
              <a:rPr lang="ar-YE" sz="1200"/>
              <a:t>void help()</a:t>
            </a:r>
          </a:p>
          <a:p>
            <a:r>
              <a:rPr lang="ar-YE" sz="1200"/>
              <a:t>    {system("cls");</a:t>
            </a:r>
          </a:p>
          <a:p>
            <a:r>
              <a:rPr lang="ar-YE" sz="1200"/>
              <a:t>    printf("\n\n                              HELP");</a:t>
            </a:r>
          </a:p>
          <a:p>
            <a:r>
              <a:rPr lang="ar-YE" sz="1200"/>
              <a:t>    printf("\n -------------------------------------------------------------------------"</a:t>
            </a:r>
          </a:p>
          <a:p>
            <a:r>
              <a:rPr lang="ar-YE" sz="1200"/>
              <a:t>);</a:t>
            </a:r>
          </a:p>
          <a:p>
            <a:r>
              <a:rPr lang="ar-YE" sz="1200"/>
              <a:t>    printf("\n ......................... C program Quiz Game...........");</a:t>
            </a:r>
          </a:p>
          <a:p>
            <a:r>
              <a:rPr lang="ar-YE" sz="1200"/>
              <a:t>    printf("\n &gt;&gt; There are two rounds in the game, WARMUP ROUND &amp; CHALLANGE ROUND");</a:t>
            </a:r>
          </a:p>
          <a:p>
            <a:r>
              <a:rPr lang="ar-YE" sz="1200"/>
              <a:t>    printf("\n &gt;&gt; In warmup round you will be asked a total of 3 questions to test your general");</a:t>
            </a:r>
          </a:p>
          <a:p>
            <a:r>
              <a:rPr lang="ar-YE" sz="1200"/>
              <a:t>    printf("\n    knowledge. You will be eligible to play the game if you can give</a:t>
            </a:r>
          </a:p>
          <a:p>
            <a:r>
              <a:rPr lang="ar-YE" sz="1200"/>
              <a:t>atleast 2");</a:t>
            </a:r>
          </a:p>
          <a:p>
            <a:r>
              <a:rPr lang="ar-YE" sz="1200"/>
              <a:t>    printf("\n    right answers otherwise you can't play the Game...........");</a:t>
            </a:r>
          </a:p>
          <a:p>
            <a:r>
              <a:rPr lang="ar-YE" sz="1200"/>
              <a:t>    printf("\n &gt;&gt; Your game starts with the CHALLANGE ROUND. In this round you will be</a:t>
            </a:r>
          </a:p>
          <a:p>
            <a:r>
              <a:rPr lang="ar-YE" sz="1200"/>
              <a:t>asked");</a:t>
            </a:r>
          </a:p>
          <a:p>
            <a:r>
              <a:rPr lang="ar-YE" sz="1200"/>
              <a:t>    printf("\n    total 10 questions each right answer will be awarded $100,000.");</a:t>
            </a:r>
          </a:p>
          <a:p>
            <a:r>
              <a:rPr lang="ar-YE" sz="1200"/>
              <a:t>    printf("\n    By this way you can win upto ONE MILLION cash prize in</a:t>
            </a:r>
          </a:p>
          <a:p>
            <a:r>
              <a:rPr lang="ar-YE" sz="1200"/>
              <a:t>USD...............");</a:t>
            </a:r>
          </a:p>
          <a:p>
            <a:r>
              <a:rPr lang="ar-YE" sz="1200"/>
              <a:t>    printf("\n &gt;&gt; You will be given 4 options and you have to press A, B ,C or D for the"</a:t>
            </a:r>
          </a:p>
          <a:p>
            <a:r>
              <a:rPr lang="ar-YE" sz="1200"/>
              <a:t>);</a:t>
            </a:r>
          </a:p>
          <a:p>
            <a:r>
              <a:rPr lang="ar-YE" sz="1200"/>
              <a:t>    printf("\n    right option");</a:t>
            </a:r>
          </a:p>
          <a:p>
            <a:r>
              <a:rPr lang="ar-YE" sz="1200"/>
              <a:t>    printf("\n &gt;&gt; You will be asked questions continuously if you keep giving the right answers.");</a:t>
            </a:r>
          </a:p>
          <a:p>
            <a:r>
              <a:rPr lang="ar-YE" sz="1200"/>
              <a:t>    printf("\n &gt;&gt; No negative marking for wrong answers");</a:t>
            </a:r>
          </a:p>
          <a:p>
            <a:r>
              <a:rPr lang="ar-YE" sz="1200"/>
              <a:t>    printf("\n\n\t*********************BEST OF LUCK*********************************");</a:t>
            </a:r>
          </a:p>
          <a:p>
            <a:r>
              <a:rPr lang="ar-YE" sz="1200"/>
              <a:t>    printf("\n\n\t*****C PROGRAM QUIZ GAME is developed by CODE WITH C TEAM********");}</a:t>
            </a:r>
            <a:endParaRPr sz="1200"/>
          </a:p>
        </p:txBody>
      </p:sp>
      <p:sp>
        <p:nvSpPr>
          <p:cNvPr id="4" name="عنصر نائب لمحتوى 3"/>
          <p:cNvSpPr>
            <a:spLocks noGrp="1" noEditPoints="1"/>
          </p:cNvSpPr>
          <p:nvPr>
            <p:ph sz="half" idx="2"/>
          </p:nvPr>
        </p:nvSpPr>
        <p:spPr>
          <a:xfrm>
            <a:off x="6172200" y="304933"/>
            <a:ext cx="5181600" cy="5872030"/>
          </a:xfrm>
        </p:spPr>
        <p:txBody>
          <a:bodyPr/>
          <a:lstStyle/>
          <a:p>
            <a:r>
              <a:rPr lang="ar-YE" sz="1600"/>
              <a:t>The "help" function is used to display instructions and guidelines for playing the quiz game.</a:t>
            </a:r>
          </a:p>
          <a:p>
            <a:endParaRPr lang="ar-YE" sz="1600"/>
          </a:p>
          <a:p>
            <a:r>
              <a:rPr lang="ar-YE" sz="1600"/>
              <a:t>- The "system" function is used to clear the user interface screen.</a:t>
            </a:r>
          </a:p>
          <a:p>
            <a:r>
              <a:rPr lang="ar-YE" sz="1600"/>
              <a:t>- The "printf" function is used to display the instructions on the screen.</a:t>
            </a:r>
          </a:p>
          <a:p>
            <a:r>
              <a:rPr lang="ar-YE" sz="1600"/>
              <a:t>- The instructions include information about the two rounds of the game, the warmup round and the challenge round.</a:t>
            </a:r>
          </a:p>
          <a:p>
            <a:r>
              <a:rPr lang="ar-YE" sz="1600"/>
              <a:t>- In the warmup round, the player is asked 3 questions to test their general knowledge. They must answer at least 2 questions correctly to be eligible to play the game.</a:t>
            </a:r>
          </a:p>
          <a:p>
            <a:r>
              <a:rPr lang="ar-YE" sz="1600"/>
              <a:t>- The challenge round consists of 10 questions, and each correct answer earns the player $100,000. The player can win up to $1,000,000 in total.</a:t>
            </a:r>
          </a:p>
          <a:p>
            <a:r>
              <a:rPr lang="ar-YE" sz="1600"/>
              <a:t>- The player is given 4 options to choose from and they must press A, B, C, or D for the correct option.</a:t>
            </a:r>
          </a:p>
          <a:p>
            <a:r>
              <a:rPr lang="ar-YE" sz="1600"/>
              <a:t>- The player will be asked questions continuously as long as they keep giving the right answers.</a:t>
            </a:r>
          </a:p>
          <a:p>
            <a:r>
              <a:rPr lang="ar-YE" sz="1600"/>
              <a:t>- There is no negative marking for wrong answers.</a:t>
            </a:r>
          </a:p>
          <a:p>
            <a:r>
              <a:rPr lang="ar-YE" sz="1600"/>
              <a:t>- The function ends by wishing the player good luck and acknowledging that the C Program Quiz Game was developed by the Code With C team.</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محتوى 2"/>
          <p:cNvSpPr>
            <a:spLocks noGrp="1" noEditPoints="1"/>
          </p:cNvSpPr>
          <p:nvPr>
            <p:ph sz="half" idx="1"/>
          </p:nvPr>
        </p:nvSpPr>
        <p:spPr>
          <a:xfrm>
            <a:off x="838200" y="256654"/>
            <a:ext cx="5181600" cy="5920309"/>
          </a:xfrm>
        </p:spPr>
        <p:txBody>
          <a:bodyPr/>
          <a:lstStyle/>
          <a:p>
            <a:r>
              <a:rPr lang="ar-YE" sz="2200"/>
              <a:t>void edit_score(float score, char plnm[20])</a:t>
            </a:r>
          </a:p>
          <a:p>
            <a:r>
              <a:rPr lang="ar-YE" sz="2200"/>
              <a:t>    {system("cls");</a:t>
            </a:r>
          </a:p>
          <a:p>
            <a:r>
              <a:rPr lang="ar-YE" sz="2200"/>
              <a:t>    float sc;</a:t>
            </a:r>
          </a:p>
          <a:p>
            <a:r>
              <a:rPr lang="ar-YE" sz="2200"/>
              <a:t>    char nm[20];</a:t>
            </a:r>
          </a:p>
          <a:p>
            <a:r>
              <a:rPr lang="ar-YE" sz="2200"/>
              <a:t>    FILE *f;</a:t>
            </a:r>
          </a:p>
          <a:p>
            <a:r>
              <a:rPr lang="ar-YE" sz="2200"/>
              <a:t>    f=fopen("score.txt","r");</a:t>
            </a:r>
          </a:p>
          <a:p>
            <a:r>
              <a:rPr lang="ar-YE" sz="2200"/>
              <a:t>    fscanf(f,"%s%f",&amp;nm,&amp;sc);</a:t>
            </a:r>
          </a:p>
          <a:p>
            <a:r>
              <a:rPr lang="ar-YE" sz="2200"/>
              <a:t>    if (score&gt;=sc)</a:t>
            </a:r>
          </a:p>
          <a:p>
            <a:r>
              <a:rPr lang="ar-YE" sz="2200"/>
              <a:t>      { sc=score;</a:t>
            </a:r>
          </a:p>
          <a:p>
            <a:r>
              <a:rPr lang="ar-YE" sz="2200"/>
              <a:t>        fclose(f);</a:t>
            </a:r>
          </a:p>
          <a:p>
            <a:r>
              <a:rPr lang="ar-YE" sz="2200"/>
              <a:t>        f=fopen("score.txt","w");</a:t>
            </a:r>
          </a:p>
          <a:p>
            <a:r>
              <a:rPr lang="ar-YE" sz="2200"/>
              <a:t>        fprintf(f,"%s\n%.2f",plnm,sc);</a:t>
            </a:r>
          </a:p>
          <a:p>
            <a:r>
              <a:rPr lang="ar-YE" sz="2200"/>
              <a:t>        fclose(f);}</a:t>
            </a:r>
            <a:r>
              <a:rPr lang="ar-YE" sz="1500"/>
              <a:t>}</a:t>
            </a:r>
            <a:endParaRPr sz="1500"/>
          </a:p>
        </p:txBody>
      </p:sp>
      <p:sp>
        <p:nvSpPr>
          <p:cNvPr id="4" name="عنصر نائب لمحتوى 3"/>
          <p:cNvSpPr>
            <a:spLocks noGrp="1" noEditPoints="1"/>
          </p:cNvSpPr>
          <p:nvPr>
            <p:ph sz="half" idx="2"/>
          </p:nvPr>
        </p:nvSpPr>
        <p:spPr>
          <a:xfrm>
            <a:off x="6172200" y="343924"/>
            <a:ext cx="5181600" cy="5833039"/>
          </a:xfrm>
        </p:spPr>
        <p:txBody>
          <a:bodyPr/>
          <a:lstStyle/>
          <a:p>
            <a:r>
              <a:rPr lang="ar-YE" sz="1600"/>
              <a:t>The "edit_score" function is used to update the highest score in the "score.txt" file if the current score is higher than the score in the file.</a:t>
            </a:r>
          </a:p>
          <a:p>
            <a:endParaRPr lang="ar-YE" sz="1600"/>
          </a:p>
          <a:p>
            <a:r>
              <a:rPr lang="ar-YE" sz="1600"/>
              <a:t>- The "system" function is used to clear the user interface screen.</a:t>
            </a:r>
          </a:p>
          <a:p>
            <a:r>
              <a:rPr lang="ar-YE" sz="1600"/>
              <a:t>- A variable "sc" is created to store the current score from the file.</a:t>
            </a:r>
          </a:p>
          <a:p>
            <a:r>
              <a:rPr lang="ar-YE" sz="1600"/>
              <a:t>- A variable "nm" is created to store the name of the player who achieved the highest score in the file.</a:t>
            </a:r>
          </a:p>
          <a:p>
            <a:r>
              <a:rPr lang="ar-YE" sz="1600"/>
              <a:t>- The "score.txt" file is opened using the "fopen" function with "r" mode (for reading).</a:t>
            </a:r>
          </a:p>
          <a:p>
            <a:r>
              <a:rPr lang="ar-YE" sz="1600"/>
              <a:t>- The "fscanf" function is used to read the name and the current score from the file.</a:t>
            </a:r>
          </a:p>
          <a:p>
            <a:r>
              <a:rPr lang="ar-YE" sz="1600"/>
              <a:t>- If the current score (which is passed as an argument to the function) is higher than the score in the file, then the new score replaces the old score in the file.</a:t>
            </a:r>
          </a:p>
          <a:p>
            <a:r>
              <a:rPr lang="ar-YE" sz="1600"/>
              <a:t>- The file is closed using the "fclose" function.</a:t>
            </a:r>
          </a:p>
          <a:p>
            <a:r>
              <a:rPr lang="ar-YE" sz="1600"/>
              <a:t>- The "score.txt" file is opened again using the "fopen" function with "w" mode (for writing).</a:t>
            </a:r>
          </a:p>
          <a:p>
            <a:r>
              <a:rPr lang="ar-YE" sz="1600"/>
              <a:t>- The "fprintf" function is used to rewrite the name and the new score to the file.</a:t>
            </a:r>
          </a:p>
          <a:p>
            <a:r>
              <a:rPr lang="ar-YE" sz="1600"/>
              <a:t>- The file is closed again using the "fclose" function.</a:t>
            </a:r>
            <a:endParaRPr sz="1600"/>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fault" id="{62F939B6-93AF-4DB8-9C6B-D6C7DFDC589F}" vid="{4A3C46E8-61CC-4603-A589-7422A47A8E4A}"/>
    </a:ext>
  </a:extLst>
</a:theme>
</file>

<file path=ppt/theme/theme2.xml><?xml version="1.0" encoding="utf-8"?>
<a:theme xmlns:a="http://schemas.openxmlformats.org/drawingml/2006/main" name="Office Notes Theme">
  <a:themeElements>
    <a:clrScheme name="Office Notes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Notes Theme">
      <a:majorFont>
        <a:latin typeface="Calibri"/>
        <a:ea typeface=""/>
        <a:cs typeface=""/>
      </a:majorFont>
      <a:minorFont>
        <a:latin typeface="Calibri"/>
        <a:ea typeface=""/>
        <a:cs typeface=""/>
      </a:minorFont>
    </a:fontScheme>
    <a:fmtScheme name="Office Notes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1"/>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Mobile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cp:revision>
  <dcterms:created xsi:type="dcterms:W3CDTF">2017-06-21T13:57:27Z</dcterms:created>
  <dcterms:modified xsi:type="dcterms:W3CDTF">2023-05-22T15:42:07Z</dcterms:modified>
</cp:coreProperties>
</file>